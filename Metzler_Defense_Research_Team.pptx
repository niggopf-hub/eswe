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3" r:id="rId1"/>
    <p:sldMasterId id="2147483697" r:id="rId2"/>
  </p:sldMasterIdLst>
  <p:notesMasterIdLst>
    <p:notesMasterId r:id="rId4"/>
  </p:notesMasterIdLst>
  <p:handoutMasterIdLst>
    <p:handoutMasterId r:id="rId5"/>
  </p:handoutMasterIdLst>
  <p:sldIdLst>
    <p:sldId id="2147481874" r:id="rId3"/>
  </p:sldIdLst>
  <p:sldSz cx="10693400" cy="7561263"/>
  <p:notesSz cx="6797675" cy="9872663"/>
  <p:custDataLst>
    <p:tags r:id="rId6"/>
  </p:custDataLst>
  <p:defaultTex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p:defaultTextStyle>
  <p:extLst>
    <p:ext uri="{521415D9-36F7-43E2-AB2F-B90AF26B5E84}">
      <p14:sectionLst xmlns:p14="http://schemas.microsoft.com/office/powerpoint/2010/main">
        <p14:section name="Standardabschnitt" id="{5DF3D932-2B1F-4297-BD65-19F209C6F936}">
          <p14:sldIdLst>
            <p14:sldId id="2147481874"/>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3109" userDrawn="1">
          <p15:clr>
            <a:srgbClr val="A4A3A4"/>
          </p15:clr>
        </p15:guide>
        <p15:guide id="2" pos="2142"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D7C"/>
    <a:srgbClr val="FFFFFF"/>
    <a:srgbClr val="EBF4FF"/>
    <a:srgbClr val="EDF4FE"/>
    <a:srgbClr val="3157E3"/>
    <a:srgbClr val="A5CAFB"/>
    <a:srgbClr val="F2F2F2"/>
    <a:srgbClr val="BFBFBF"/>
    <a:srgbClr val="718BEB"/>
    <a:srgbClr val="67A6F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415" autoAdjust="0"/>
    <p:restoredTop sz="96144" autoAdjust="0"/>
  </p:normalViewPr>
  <p:slideViewPr>
    <p:cSldViewPr showGuides="1">
      <p:cViewPr varScale="1">
        <p:scale>
          <a:sx n="104" d="100"/>
          <a:sy n="104" d="100"/>
        </p:scale>
        <p:origin x="1886" y="91"/>
      </p:cViewPr>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notesViewPr>
    <p:cSldViewPr showGuides="1">
      <p:cViewPr varScale="1">
        <p:scale>
          <a:sx n="76" d="100"/>
          <a:sy n="76" d="100"/>
        </p:scale>
        <p:origin x="3318" y="96"/>
      </p:cViewPr>
      <p:guideLst>
        <p:guide orient="horz" pos="3109"/>
        <p:guide pos="2142"/>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tags" Target="tags/tag1.xml"/><Relationship Id="rId5" Type="http://schemas.openxmlformats.org/officeDocument/2006/relationships/handoutMaster" Target="handoutMasters/handoutMaster1.xml"/><Relationship Id="rId10" Type="http://schemas.openxmlformats.org/officeDocument/2006/relationships/tableStyles" Target="tableStyles.xml"/><Relationship Id="rId4" Type="http://schemas.openxmlformats.org/officeDocument/2006/relationships/notesMaster" Target="notesMasters/notesMaster1.xml"/><Relationship Id="rId9"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2" y="15"/>
            <a:ext cx="2945659" cy="493632"/>
          </a:xfrm>
          <a:prstGeom prst="rect">
            <a:avLst/>
          </a:prstGeom>
        </p:spPr>
        <p:txBody>
          <a:bodyPr vert="horz" lIns="94066" tIns="47032" rIns="94066" bIns="47032" rtlCol="0"/>
          <a:lstStyle>
            <a:lvl1pPr algn="l">
              <a:defRPr sz="1100"/>
            </a:lvl1pPr>
          </a:lstStyle>
          <a:p>
            <a:endParaRPr lang="de-DE" dirty="0"/>
          </a:p>
        </p:txBody>
      </p:sp>
      <p:sp>
        <p:nvSpPr>
          <p:cNvPr id="3" name="Datumsplatzhalter 2"/>
          <p:cNvSpPr>
            <a:spLocks noGrp="1"/>
          </p:cNvSpPr>
          <p:nvPr>
            <p:ph type="dt" sz="quarter" idx="1"/>
          </p:nvPr>
        </p:nvSpPr>
        <p:spPr>
          <a:xfrm>
            <a:off x="3850444" y="15"/>
            <a:ext cx="2945659" cy="493632"/>
          </a:xfrm>
          <a:prstGeom prst="rect">
            <a:avLst/>
          </a:prstGeom>
        </p:spPr>
        <p:txBody>
          <a:bodyPr vert="horz" lIns="94066" tIns="47032" rIns="94066" bIns="47032" rtlCol="0"/>
          <a:lstStyle>
            <a:lvl1pPr algn="r">
              <a:defRPr sz="1100"/>
            </a:lvl1pPr>
          </a:lstStyle>
          <a:p>
            <a:fld id="{A17F8FCB-BA8C-4259-A9C3-0528B4E9710E}" type="datetimeFigureOut">
              <a:rPr lang="de-DE" smtClean="0"/>
              <a:t>02.09.2026</a:t>
            </a:fld>
            <a:endParaRPr lang="de-DE" dirty="0"/>
          </a:p>
        </p:txBody>
      </p:sp>
      <p:sp>
        <p:nvSpPr>
          <p:cNvPr id="4" name="Fußzeilenplatzhalter 3"/>
          <p:cNvSpPr>
            <a:spLocks noGrp="1"/>
          </p:cNvSpPr>
          <p:nvPr>
            <p:ph type="ftr" sz="quarter" idx="2"/>
          </p:nvPr>
        </p:nvSpPr>
        <p:spPr>
          <a:xfrm>
            <a:off x="2" y="9377330"/>
            <a:ext cx="2945659" cy="493632"/>
          </a:xfrm>
          <a:prstGeom prst="rect">
            <a:avLst/>
          </a:prstGeom>
        </p:spPr>
        <p:txBody>
          <a:bodyPr vert="horz" lIns="94066" tIns="47032" rIns="94066" bIns="47032" rtlCol="0" anchor="b"/>
          <a:lstStyle>
            <a:lvl1pPr algn="l">
              <a:defRPr sz="1100"/>
            </a:lvl1pPr>
          </a:lstStyle>
          <a:p>
            <a:endParaRPr lang="de-DE" dirty="0"/>
          </a:p>
        </p:txBody>
      </p:sp>
      <p:sp>
        <p:nvSpPr>
          <p:cNvPr id="5" name="Foliennummernplatzhalter 4"/>
          <p:cNvSpPr>
            <a:spLocks noGrp="1"/>
          </p:cNvSpPr>
          <p:nvPr>
            <p:ph type="sldNum" sz="quarter" idx="3"/>
          </p:nvPr>
        </p:nvSpPr>
        <p:spPr>
          <a:xfrm>
            <a:off x="3850444" y="9377330"/>
            <a:ext cx="2945659" cy="493632"/>
          </a:xfrm>
          <a:prstGeom prst="rect">
            <a:avLst/>
          </a:prstGeom>
        </p:spPr>
        <p:txBody>
          <a:bodyPr vert="horz" lIns="94066" tIns="47032" rIns="94066" bIns="47032" rtlCol="0" anchor="b"/>
          <a:lstStyle>
            <a:lvl1pPr algn="r">
              <a:defRPr sz="1100"/>
            </a:lvl1pPr>
          </a:lstStyle>
          <a:p>
            <a:fld id="{4FB70057-716B-4606-9936-AD7AECDF2CEA}" type="slidenum">
              <a:rPr lang="de-DE" smtClean="0"/>
              <a:t>‹#›</a:t>
            </a:fld>
            <a:endParaRPr lang="de-DE" dirty="0"/>
          </a:p>
        </p:txBody>
      </p:sp>
    </p:spTree>
    <p:extLst>
      <p:ext uri="{BB962C8B-B14F-4D97-AF65-F5344CB8AC3E}">
        <p14:creationId xmlns:p14="http://schemas.microsoft.com/office/powerpoint/2010/main" val="3982745042"/>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2" y="15"/>
            <a:ext cx="2945659" cy="493632"/>
          </a:xfrm>
          <a:prstGeom prst="rect">
            <a:avLst/>
          </a:prstGeom>
        </p:spPr>
        <p:txBody>
          <a:bodyPr vert="horz" lIns="94066" tIns="47032" rIns="94066" bIns="47032" rtlCol="0"/>
          <a:lstStyle>
            <a:lvl1pPr algn="l" rtl="0">
              <a:defRPr sz="1100"/>
            </a:lvl1pPr>
          </a:lstStyle>
          <a:p>
            <a:endParaRPr lang="de-DE" dirty="0"/>
          </a:p>
        </p:txBody>
      </p:sp>
      <p:sp>
        <p:nvSpPr>
          <p:cNvPr id="3" name="Datumsplatzhalter 2"/>
          <p:cNvSpPr>
            <a:spLocks noGrp="1"/>
          </p:cNvSpPr>
          <p:nvPr>
            <p:ph type="dt" idx="1"/>
          </p:nvPr>
        </p:nvSpPr>
        <p:spPr>
          <a:xfrm>
            <a:off x="3850444" y="15"/>
            <a:ext cx="2945659" cy="493632"/>
          </a:xfrm>
          <a:prstGeom prst="rect">
            <a:avLst/>
          </a:prstGeom>
        </p:spPr>
        <p:txBody>
          <a:bodyPr vert="horz" lIns="94066" tIns="47032" rIns="94066" bIns="47032" rtlCol="0"/>
          <a:lstStyle>
            <a:lvl1pPr algn="r" rtl="0">
              <a:defRPr sz="1100"/>
            </a:lvl1pPr>
          </a:lstStyle>
          <a:p>
            <a:fld id="{7040A06F-91F7-4DC0-AFC7-25CC0C331576}" type="datetimeFigureOut">
              <a:rPr lang="de-DE" smtClean="0"/>
              <a:pPr/>
              <a:t>02.09.2026</a:t>
            </a:fld>
            <a:endParaRPr lang="de-DE" dirty="0"/>
          </a:p>
        </p:txBody>
      </p:sp>
      <p:sp>
        <p:nvSpPr>
          <p:cNvPr id="4" name="Folienbildplatzhalter 3"/>
          <p:cNvSpPr>
            <a:spLocks noGrp="1" noRot="1" noChangeAspect="1"/>
          </p:cNvSpPr>
          <p:nvPr>
            <p:ph type="sldImg" idx="2"/>
          </p:nvPr>
        </p:nvSpPr>
        <p:spPr>
          <a:xfrm>
            <a:off x="779463" y="739775"/>
            <a:ext cx="5238750" cy="3703638"/>
          </a:xfrm>
          <a:prstGeom prst="rect">
            <a:avLst/>
          </a:prstGeom>
          <a:noFill/>
          <a:ln w="12700">
            <a:solidFill>
              <a:prstClr val="black"/>
            </a:solidFill>
          </a:ln>
        </p:spPr>
        <p:txBody>
          <a:bodyPr vert="horz" lIns="94066" tIns="47032" rIns="94066" bIns="47032" rtlCol="0" anchor="ctr"/>
          <a:lstStyle/>
          <a:p>
            <a:endParaRPr lang="de-DE" dirty="0"/>
          </a:p>
        </p:txBody>
      </p:sp>
      <p:sp>
        <p:nvSpPr>
          <p:cNvPr id="5" name="Notizenplatzhalter 4"/>
          <p:cNvSpPr>
            <a:spLocks noGrp="1"/>
          </p:cNvSpPr>
          <p:nvPr>
            <p:ph type="body" sz="quarter" idx="3"/>
          </p:nvPr>
        </p:nvSpPr>
        <p:spPr>
          <a:xfrm>
            <a:off x="679770" y="4689526"/>
            <a:ext cx="5438140" cy="4442697"/>
          </a:xfrm>
          <a:prstGeom prst="rect">
            <a:avLst/>
          </a:prstGeom>
        </p:spPr>
        <p:txBody>
          <a:bodyPr vert="horz" lIns="94066" tIns="47032" rIns="94066" bIns="47032" rtlCol="0"/>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Fußzeilenplatzhalter 5"/>
          <p:cNvSpPr>
            <a:spLocks noGrp="1"/>
          </p:cNvSpPr>
          <p:nvPr>
            <p:ph type="ftr" sz="quarter" idx="4"/>
          </p:nvPr>
        </p:nvSpPr>
        <p:spPr>
          <a:xfrm>
            <a:off x="2" y="9377330"/>
            <a:ext cx="2945659" cy="493632"/>
          </a:xfrm>
          <a:prstGeom prst="rect">
            <a:avLst/>
          </a:prstGeom>
        </p:spPr>
        <p:txBody>
          <a:bodyPr vert="horz" lIns="94066" tIns="47032" rIns="94066" bIns="47032" rtlCol="0" anchor="b"/>
          <a:lstStyle>
            <a:lvl1pPr algn="l" rtl="0">
              <a:defRPr sz="1100"/>
            </a:lvl1pPr>
          </a:lstStyle>
          <a:p>
            <a:endParaRPr lang="de-DE" dirty="0"/>
          </a:p>
        </p:txBody>
      </p:sp>
      <p:sp>
        <p:nvSpPr>
          <p:cNvPr id="7" name="Foliennummernplatzhalter 6"/>
          <p:cNvSpPr>
            <a:spLocks noGrp="1"/>
          </p:cNvSpPr>
          <p:nvPr>
            <p:ph type="sldNum" sz="quarter" idx="5"/>
          </p:nvPr>
        </p:nvSpPr>
        <p:spPr>
          <a:xfrm>
            <a:off x="3850444" y="9377330"/>
            <a:ext cx="2945659" cy="493632"/>
          </a:xfrm>
          <a:prstGeom prst="rect">
            <a:avLst/>
          </a:prstGeom>
        </p:spPr>
        <p:txBody>
          <a:bodyPr vert="horz" lIns="94066" tIns="47032" rIns="94066" bIns="47032" rtlCol="0" anchor="b"/>
          <a:lstStyle>
            <a:lvl1pPr algn="r" rtl="0">
              <a:defRPr sz="1100"/>
            </a:lvl1pPr>
          </a:lstStyle>
          <a:p>
            <a:fld id="{3BD49269-D4ED-48C6-8A71-5DC437C6C179}" type="slidenum">
              <a:rPr lang="de-DE" smtClean="0"/>
              <a:pPr/>
              <a:t>‹#›</a:t>
            </a:fld>
            <a:endParaRPr lang="de-DE" dirty="0"/>
          </a:p>
        </p:txBody>
      </p:sp>
    </p:spTree>
    <p:extLst>
      <p:ext uri="{BB962C8B-B14F-4D97-AF65-F5344CB8AC3E}">
        <p14:creationId xmlns:p14="http://schemas.microsoft.com/office/powerpoint/2010/main" val="967668928"/>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 Id="rId5" Type="http://schemas.openxmlformats.org/officeDocument/2006/relationships/image" Target="../media/image4.png"/><Relationship Id="rId4" Type="http://schemas.openxmlformats.org/officeDocument/2006/relationships/image" Target="../media/image3.emf"/></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3.emf"/></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5.xml"/><Relationship Id="rId4" Type="http://schemas.openxmlformats.org/officeDocument/2006/relationships/image" Target="../media/image3.emf"/></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6.xml"/><Relationship Id="rId5" Type="http://schemas.openxmlformats.org/officeDocument/2006/relationships/image" Target="../media/image2.png"/><Relationship Id="rId4" Type="http://schemas.openxmlformats.org/officeDocument/2006/relationships/image" Target="../media/image3.emf"/></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1.xml"/><Relationship Id="rId1" Type="http://schemas.openxmlformats.org/officeDocument/2006/relationships/tags" Target="../tags/tag7.xml"/><Relationship Id="rId4" Type="http://schemas.openxmlformats.org/officeDocument/2006/relationships/image" Target="../media/image3.emf"/></Relationships>
</file>

<file path=ppt/slideLayouts/_rels/slideLayout6.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8.xml"/><Relationship Id="rId4" Type="http://schemas.openxmlformats.org/officeDocument/2006/relationships/image" Target="../media/image3.emf"/></Relationships>
</file>

<file path=ppt/slideLayouts/_rels/slideLayout7.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9.xml"/><Relationship Id="rId4" Type="http://schemas.openxmlformats.org/officeDocument/2006/relationships/image" Target="../media/image3.emf"/></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10.xml"/><Relationship Id="rId4" Type="http://schemas.openxmlformats.org/officeDocument/2006/relationships/image" Target="../media/image3.emf"/></Relationships>
</file>

<file path=ppt/slideLayouts/_rels/slideLayout9.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1.xml"/><Relationship Id="rId1" Type="http://schemas.openxmlformats.org/officeDocument/2006/relationships/tags" Target="../tags/tag11.xml"/><Relationship Id="rId4" Type="http://schemas.openxmlformats.org/officeDocument/2006/relationships/image" Target="../media/image3.emf"/></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Master" Target="../slideMasters/slideMaster1.xml"/><Relationship Id="rId1" Type="http://schemas.openxmlformats.org/officeDocument/2006/relationships/tags" Target="../tags/tag12.xml"/><Relationship Id="rId4" Type="http://schemas.openxmlformats.org/officeDocument/2006/relationships/image" Target="../media/image3.emf"/></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1.xml"/><Relationship Id="rId1" Type="http://schemas.openxmlformats.org/officeDocument/2006/relationships/tags" Target="../tags/tag13.xml"/><Relationship Id="rId4" Type="http://schemas.openxmlformats.org/officeDocument/2006/relationships/image" Target="../media/image3.emf"/></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1.xml"/><Relationship Id="rId1" Type="http://schemas.openxmlformats.org/officeDocument/2006/relationships/tags" Target="../tags/tag14.xml"/><Relationship Id="rId4" Type="http://schemas.openxmlformats.org/officeDocument/2006/relationships/image" Target="../media/image3.emf"/></Relationships>
</file>

<file path=ppt/slideLayouts/_rels/slideLayout13.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Master" Target="../slideMasters/slideMaster1.xml"/><Relationship Id="rId1" Type="http://schemas.openxmlformats.org/officeDocument/2006/relationships/tags" Target="../tags/tag15.xml"/><Relationship Id="rId4" Type="http://schemas.openxmlformats.org/officeDocument/2006/relationships/image" Target="../media/image3.emf"/></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Master" Target="../slideMasters/slideMaster2.xml"/><Relationship Id="rId1" Type="http://schemas.openxmlformats.org/officeDocument/2006/relationships/tags" Target="../tags/tag17.xml"/><Relationship Id="rId5" Type="http://schemas.openxmlformats.org/officeDocument/2006/relationships/image" Target="../media/image5.png"/><Relationship Id="rId4" Type="http://schemas.openxmlformats.org/officeDocument/2006/relationships/image" Target="../media/image3.emf"/></Relationships>
</file>

<file path=ppt/slideLayouts/_rels/slideLayout15.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Master" Target="../slideMasters/slideMaster2.xml"/><Relationship Id="rId1" Type="http://schemas.openxmlformats.org/officeDocument/2006/relationships/tags" Target="../tags/tag18.xml"/><Relationship Id="rId4" Type="http://schemas.openxmlformats.org/officeDocument/2006/relationships/image" Target="../media/image3.emf"/></Relationships>
</file>

<file path=ppt/slideLayouts/_rels/slideLayout16.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Master" Target="../slideMasters/slideMaster2.xml"/><Relationship Id="rId1" Type="http://schemas.openxmlformats.org/officeDocument/2006/relationships/tags" Target="../tags/tag19.xml"/><Relationship Id="rId4" Type="http://schemas.openxmlformats.org/officeDocument/2006/relationships/image" Target="../media/image3.emf"/></Relationships>
</file>

<file path=ppt/slideLayouts/_rels/slideLayout17.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Master" Target="../slideMasters/slideMaster2.xml"/><Relationship Id="rId1" Type="http://schemas.openxmlformats.org/officeDocument/2006/relationships/tags" Target="../tags/tag20.xml"/><Relationship Id="rId5" Type="http://schemas.openxmlformats.org/officeDocument/2006/relationships/image" Target="../media/image2.png"/><Relationship Id="rId4" Type="http://schemas.openxmlformats.org/officeDocument/2006/relationships/image" Target="../media/image3.emf"/></Relationships>
</file>

<file path=ppt/slideLayouts/_rels/slideLayout18.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Master" Target="../slideMasters/slideMaster2.xml"/><Relationship Id="rId1" Type="http://schemas.openxmlformats.org/officeDocument/2006/relationships/tags" Target="../tags/tag21.xml"/><Relationship Id="rId4" Type="http://schemas.openxmlformats.org/officeDocument/2006/relationships/image" Target="../media/image3.emf"/></Relationships>
</file>

<file path=ppt/slideLayouts/_rels/slideLayout19.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Master" Target="../slideMasters/slideMaster2.xml"/><Relationship Id="rId1" Type="http://schemas.openxmlformats.org/officeDocument/2006/relationships/tags" Target="../tags/tag22.xml"/><Relationship Id="rId4" Type="http://schemas.openxmlformats.org/officeDocument/2006/relationships/image" Target="../media/image3.emf"/></Relationships>
</file>

<file path=ppt/slideLayouts/_rels/slideLayout20.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Master" Target="../slideMasters/slideMaster2.xml"/><Relationship Id="rId1" Type="http://schemas.openxmlformats.org/officeDocument/2006/relationships/tags" Target="../tags/tag23.xml"/><Relationship Id="rId4" Type="http://schemas.openxmlformats.org/officeDocument/2006/relationships/image" Target="../media/image3.emf"/></Relationships>
</file>

<file path=ppt/slideLayouts/_rels/slideLayout21.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Master" Target="../slideMasters/slideMaster2.xml"/><Relationship Id="rId1" Type="http://schemas.openxmlformats.org/officeDocument/2006/relationships/tags" Target="../tags/tag24.xml"/><Relationship Id="rId4" Type="http://schemas.openxmlformats.org/officeDocument/2006/relationships/image" Target="../media/image3.emf"/></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Master" Target="../slideMasters/slideMaster2.xml"/><Relationship Id="rId1" Type="http://schemas.openxmlformats.org/officeDocument/2006/relationships/tags" Target="../tags/tag25.xml"/><Relationship Id="rId4" Type="http://schemas.openxmlformats.org/officeDocument/2006/relationships/image" Target="../media/image3.emf"/></Relationships>
</file>

<file path=ppt/slideLayouts/_rels/slideLayout23.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Master" Target="../slideMasters/slideMaster2.xml"/><Relationship Id="rId1" Type="http://schemas.openxmlformats.org/officeDocument/2006/relationships/tags" Target="../tags/tag26.xml"/><Relationship Id="rId4" Type="http://schemas.openxmlformats.org/officeDocument/2006/relationships/image" Target="../media/image3.emf"/></Relationships>
</file>

<file path=ppt/slideLayouts/_rels/slideLayout24.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slideMaster" Target="../slideMasters/slideMaster2.xml"/><Relationship Id="rId1" Type="http://schemas.openxmlformats.org/officeDocument/2006/relationships/tags" Target="../tags/tag27.xml"/><Relationship Id="rId4" Type="http://schemas.openxmlformats.org/officeDocument/2006/relationships/image" Target="../media/image3.emf"/></Relationships>
</file>

<file path=ppt/slideLayouts/_rels/slideLayout25.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Master" Target="../slideMasters/slideMaster2.xml"/><Relationship Id="rId1" Type="http://schemas.openxmlformats.org/officeDocument/2006/relationships/tags" Target="../tags/tag28.xml"/><Relationship Id="rId4" Type="http://schemas.openxmlformats.org/officeDocument/2006/relationships/image" Target="../media/image3.emf"/></Relationships>
</file>

<file path=ppt/slideLayouts/_rels/slideLayout26.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slideMaster" Target="../slideMasters/slideMaster2.xml"/><Relationship Id="rId1" Type="http://schemas.openxmlformats.org/officeDocument/2006/relationships/tags" Target="../tags/tag29.xml"/><Relationship Id="rId5" Type="http://schemas.openxmlformats.org/officeDocument/2006/relationships/image" Target="../media/image2.png"/><Relationship Id="rId4" Type="http://schemas.openxmlformats.org/officeDocument/2006/relationships/image" Target="../media/image3.emf"/></Relationships>
</file>

<file path=ppt/slideLayouts/_rels/slideLayout27.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Master" Target="../slideMasters/slideMaster2.xml"/><Relationship Id="rId1" Type="http://schemas.openxmlformats.org/officeDocument/2006/relationships/tags" Target="../tags/tag30.xml"/><Relationship Id="rId4" Type="http://schemas.openxmlformats.org/officeDocument/2006/relationships/image" Target="../media/image3.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el_Beamer_d">
    <p:bg>
      <p:bgPr>
        <a:solidFill>
          <a:schemeClr val="bg1"/>
        </a:soli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93B4D51C-9BCE-1728-6524-7604FA939757}"/>
              </a:ext>
            </a:extLst>
          </p:cNvPr>
          <p:cNvGraphicFramePr>
            <a:graphicFrameLocks noChangeAspect="1"/>
          </p:cNvGraphicFramePr>
          <p:nvPr userDrawn="1">
            <p:custDataLst>
              <p:tags r:id="rId1"/>
            </p:custDataLst>
            <p:extLst>
              <p:ext uri="{D42A27DB-BD31-4B8C-83A1-F6EECF244321}">
                <p14:modId xmlns:p14="http://schemas.microsoft.com/office/powerpoint/2010/main" val="23854224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5" name="Grafik 4"/>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497" y="1104"/>
            <a:ext cx="10692406" cy="7559055"/>
          </a:xfrm>
          <a:prstGeom prst="rect">
            <a:avLst/>
          </a:prstGeom>
        </p:spPr>
      </p:pic>
      <p:sp>
        <p:nvSpPr>
          <p:cNvPr id="3" name="Untertitel 2"/>
          <p:cNvSpPr>
            <a:spLocks noGrp="1"/>
          </p:cNvSpPr>
          <p:nvPr>
            <p:ph type="subTitle" idx="1" hasCustomPrompt="1"/>
          </p:nvPr>
        </p:nvSpPr>
        <p:spPr>
          <a:xfrm>
            <a:off x="1081088" y="4367534"/>
            <a:ext cx="8834437" cy="1932323"/>
          </a:xfrm>
        </p:spPr>
        <p:txBody>
          <a:bodyPr anchor="b" anchorCtr="0">
            <a:noAutofit/>
          </a:bodyPr>
          <a:lstStyle>
            <a:lvl1pPr marL="0" indent="0" algn="r" rtl="0">
              <a:buNone/>
              <a:defRPr sz="2000" b="1">
                <a:solidFill>
                  <a:schemeClr val="bg1"/>
                </a:solidFill>
              </a:defRPr>
            </a:lvl1pPr>
            <a:lvl2pPr marL="521528" indent="0" algn="ctr">
              <a:buNone/>
              <a:defRPr>
                <a:solidFill>
                  <a:schemeClr val="tx1">
                    <a:tint val="75000"/>
                  </a:schemeClr>
                </a:solidFill>
              </a:defRPr>
            </a:lvl2pPr>
            <a:lvl3pPr marL="1043056" indent="0" algn="ctr">
              <a:buNone/>
              <a:defRPr>
                <a:solidFill>
                  <a:schemeClr val="tx1">
                    <a:tint val="75000"/>
                  </a:schemeClr>
                </a:solidFill>
              </a:defRPr>
            </a:lvl3pPr>
            <a:lvl4pPr marL="1564584" indent="0" algn="ctr">
              <a:buNone/>
              <a:defRPr>
                <a:solidFill>
                  <a:schemeClr val="tx1">
                    <a:tint val="75000"/>
                  </a:schemeClr>
                </a:solidFill>
              </a:defRPr>
            </a:lvl4pPr>
            <a:lvl5pPr marL="2086112" indent="0" algn="ctr">
              <a:buNone/>
              <a:defRPr>
                <a:solidFill>
                  <a:schemeClr val="tx1">
                    <a:tint val="75000"/>
                  </a:schemeClr>
                </a:solidFill>
              </a:defRPr>
            </a:lvl5pPr>
            <a:lvl6pPr marL="2607640" indent="0" algn="ctr">
              <a:buNone/>
              <a:defRPr>
                <a:solidFill>
                  <a:schemeClr val="tx1">
                    <a:tint val="75000"/>
                  </a:schemeClr>
                </a:solidFill>
              </a:defRPr>
            </a:lvl6pPr>
            <a:lvl7pPr marL="3129168" indent="0" algn="ctr">
              <a:buNone/>
              <a:defRPr>
                <a:solidFill>
                  <a:schemeClr val="tx1">
                    <a:tint val="75000"/>
                  </a:schemeClr>
                </a:solidFill>
              </a:defRPr>
            </a:lvl7pPr>
            <a:lvl8pPr marL="3650696" indent="0" algn="ctr">
              <a:buNone/>
              <a:defRPr>
                <a:solidFill>
                  <a:schemeClr val="tx1">
                    <a:tint val="75000"/>
                  </a:schemeClr>
                </a:solidFill>
              </a:defRPr>
            </a:lvl8pPr>
            <a:lvl9pPr marL="4172224" indent="0" algn="ctr">
              <a:buNone/>
              <a:defRPr>
                <a:solidFill>
                  <a:schemeClr val="tx1">
                    <a:tint val="75000"/>
                  </a:schemeClr>
                </a:solidFill>
              </a:defRPr>
            </a:lvl9pPr>
          </a:lstStyle>
          <a:p>
            <a:r>
              <a:rPr lang="de-DE" dirty="0"/>
              <a:t>Art der Unterlage/Kunde</a:t>
            </a:r>
          </a:p>
        </p:txBody>
      </p:sp>
      <p:sp>
        <p:nvSpPr>
          <p:cNvPr id="12" name="Textplatzhalter 11"/>
          <p:cNvSpPr>
            <a:spLocks noGrp="1"/>
          </p:cNvSpPr>
          <p:nvPr>
            <p:ph type="body" sz="quarter" idx="10" hasCustomPrompt="1"/>
          </p:nvPr>
        </p:nvSpPr>
        <p:spPr>
          <a:xfrm>
            <a:off x="1081088" y="6419692"/>
            <a:ext cx="8834437" cy="246221"/>
          </a:xfrm>
        </p:spPr>
        <p:txBody>
          <a:bodyPr wrap="square" anchor="b" anchorCtr="0">
            <a:noAutofit/>
          </a:bodyPr>
          <a:lstStyle>
            <a:lvl1pPr marL="0" indent="0" algn="r" rtl="0">
              <a:buFontTx/>
              <a:buNone/>
              <a:defRPr sz="1600" b="1" baseline="0">
                <a:solidFill>
                  <a:schemeClr val="bg1"/>
                </a:solidFill>
              </a:defRPr>
            </a:lvl1pPr>
            <a:lvl2pPr marL="521528" indent="0">
              <a:buFontTx/>
              <a:buNone/>
              <a:defRPr sz="2200"/>
            </a:lvl2pPr>
            <a:lvl3pPr marL="1043056" indent="0">
              <a:buFontTx/>
              <a:buNone/>
              <a:defRPr sz="2200"/>
            </a:lvl3pPr>
            <a:lvl4pPr marL="1564584" indent="0">
              <a:buFontTx/>
              <a:buNone/>
              <a:defRPr sz="2200"/>
            </a:lvl4pPr>
            <a:lvl5pPr marL="2086112" indent="0">
              <a:buFontTx/>
              <a:buNone/>
              <a:defRPr sz="2200"/>
            </a:lvl5pPr>
          </a:lstStyle>
          <a:p>
            <a:pPr lvl="0"/>
            <a:r>
              <a:rPr lang="de-DE" dirty="0"/>
              <a:t>Ort, Datum</a:t>
            </a:r>
          </a:p>
        </p:txBody>
      </p:sp>
    </p:spTree>
    <p:extLst>
      <p:ext uri="{BB962C8B-B14F-4D97-AF65-F5344CB8AC3E}">
        <p14:creationId xmlns:p14="http://schemas.microsoft.com/office/powerpoint/2010/main" val="1882254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923B358C-0186-981F-2672-83BCDC39B107}"/>
              </a:ext>
            </a:extLst>
          </p:cNvPr>
          <p:cNvGraphicFramePr>
            <a:graphicFrameLocks noChangeAspect="1"/>
          </p:cNvGraphicFramePr>
          <p:nvPr userDrawn="1">
            <p:custDataLst>
              <p:tags r:id="rId1"/>
            </p:custDataLst>
            <p:extLst>
              <p:ext uri="{D42A27DB-BD31-4B8C-83A1-F6EECF244321}">
                <p14:modId xmlns:p14="http://schemas.microsoft.com/office/powerpoint/2010/main" val="246048834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4" name="Line 58"/>
          <p:cNvSpPr>
            <a:spLocks noChangeShapeType="1"/>
          </p:cNvSpPr>
          <p:nvPr userDrawn="1"/>
        </p:nvSpPr>
        <p:spPr bwMode="auto">
          <a:xfrm>
            <a:off x="378700" y="1166665"/>
            <a:ext cx="9936000" cy="0"/>
          </a:xfrm>
          <a:prstGeom prst="line">
            <a:avLst/>
          </a:prstGeom>
          <a:noFill/>
          <a:ln w="19050" cap="flat">
            <a:solidFill>
              <a:srgbClr val="003D7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190" tIns="57095" rIns="114190" bIns="57095"/>
          <a:lstStyle/>
          <a:p>
            <a:pPr defTabSz="1042688" rtl="0"/>
            <a:endParaRPr lang="de-DE" sz="800" kern="0" dirty="0">
              <a:solidFill>
                <a:prstClr val="black"/>
              </a:solidFill>
            </a:endParaRPr>
          </a:p>
        </p:txBody>
      </p:sp>
      <p:sp>
        <p:nvSpPr>
          <p:cNvPr id="16" name="Titel 1"/>
          <p:cNvSpPr>
            <a:spLocks noGrp="1"/>
          </p:cNvSpPr>
          <p:nvPr>
            <p:ph type="title" hasCustomPrompt="1"/>
          </p:nvPr>
        </p:nvSpPr>
        <p:spPr>
          <a:xfrm>
            <a:off x="684700" y="1867614"/>
            <a:ext cx="9324000" cy="324000"/>
          </a:xfrm>
          <a:prstGeom prst="rect">
            <a:avLst/>
          </a:prstGeom>
        </p:spPr>
        <p:txBody>
          <a:bodyPr vert="horz" anchor="t"/>
          <a:lstStyle>
            <a:lvl1pPr marL="0" marR="0" indent="0" algn="l" defTabSz="1080000" rtl="0" eaLnBrk="1" fontAlgn="auto" latinLnBrk="0" hangingPunct="1">
              <a:lnSpc>
                <a:spcPct val="100000"/>
              </a:lnSpc>
              <a:spcBef>
                <a:spcPct val="0"/>
              </a:spcBef>
              <a:spcAft>
                <a:spcPts val="0"/>
              </a:spcAft>
              <a:buClrTx/>
              <a:buSzTx/>
              <a:buFontTx/>
              <a:buNone/>
              <a:tabLst>
                <a:tab pos="540000" algn="l"/>
                <a:tab pos="6480000" algn="l"/>
                <a:tab pos="9331200" algn="r"/>
              </a:tabLst>
              <a:defRPr lang="de-DE" sz="2000" kern="0" baseline="0" dirty="0"/>
            </a:lvl1pPr>
          </a:lstStyle>
          <a:p>
            <a:r>
              <a:rPr lang="de-DE" noProof="0" dirty="0"/>
              <a:t>Layout „Titelfolie“ durch Klicken bearbeiten</a:t>
            </a:r>
          </a:p>
        </p:txBody>
      </p:sp>
      <p:sp>
        <p:nvSpPr>
          <p:cNvPr id="20" name="Titel 1"/>
          <p:cNvSpPr txBox="1">
            <a:spLocks/>
          </p:cNvSpPr>
          <p:nvPr userDrawn="1"/>
        </p:nvSpPr>
        <p:spPr>
          <a:xfrm>
            <a:off x="378700" y="870593"/>
            <a:ext cx="9936000" cy="273697"/>
          </a:xfrm>
          <a:prstGeom prst="rect">
            <a:avLst/>
          </a:prstGeom>
        </p:spPr>
        <p:txBody>
          <a:bodyPr vert="horz" lIns="0" tIns="0" rIns="0" bIns="0" rtlCol="0" anchor="b" anchorCtr="0">
            <a:noAutofit/>
          </a:bodyPr>
          <a:lstStyle>
            <a:lvl1pPr algn="l" defTabSz="1043056" rtl="0" eaLnBrk="1" latinLnBrk="0" hangingPunct="1">
              <a:spcBef>
                <a:spcPct val="0"/>
              </a:spcBef>
              <a:buNone/>
              <a:defRPr sz="2000" b="1" kern="1200">
                <a:solidFill>
                  <a:schemeClr val="tx1"/>
                </a:solidFill>
                <a:latin typeface="Univers for Metzler" panose="020B0503030202020203" pitchFamily="34" charset="0"/>
                <a:ea typeface="+mj-ea"/>
                <a:cs typeface="+mj-cs"/>
              </a:defRPr>
            </a:lvl1pPr>
          </a:lstStyle>
          <a:p>
            <a:pPr algn="r" rtl="0"/>
            <a:endParaRPr lang="de-DE" sz="1200" b="1" i="1" dirty="0">
              <a:solidFill>
                <a:srgbClr val="003D7C"/>
              </a:solidFill>
            </a:endParaRPr>
          </a:p>
        </p:txBody>
      </p:sp>
      <p:sp>
        <p:nvSpPr>
          <p:cNvPr id="9" name="Text Placeholder 2"/>
          <p:cNvSpPr>
            <a:spLocks noGrp="1"/>
          </p:cNvSpPr>
          <p:nvPr>
            <p:ph type="body" sz="quarter" idx="15" hasCustomPrompt="1"/>
          </p:nvPr>
        </p:nvSpPr>
        <p:spPr>
          <a:xfrm>
            <a:off x="684700" y="3146425"/>
            <a:ext cx="9324000" cy="504000"/>
          </a:xfrm>
        </p:spPr>
        <p:txBody>
          <a:bodyPr/>
          <a:lstStyle>
            <a:lvl1pPr marL="0" indent="0" rtl="0">
              <a:buNone/>
              <a:defRPr sz="1600" b="1"/>
            </a:lvl1pPr>
          </a:lstStyle>
          <a:p>
            <a:pPr>
              <a:lnSpc>
                <a:spcPct val="105000"/>
              </a:lnSpc>
            </a:pPr>
            <a:r>
              <a:rPr lang="de-DE" dirty="0">
                <a:solidFill>
                  <a:prstClr val="black"/>
                </a:solidFill>
              </a:rPr>
              <a:t>Präsentation für</a:t>
            </a:r>
            <a:br>
              <a:rPr lang="de-DE" dirty="0">
                <a:solidFill>
                  <a:prstClr val="black"/>
                </a:solidFill>
              </a:rPr>
            </a:br>
            <a:r>
              <a:rPr lang="de-DE" dirty="0" err="1">
                <a:solidFill>
                  <a:prstClr val="black"/>
                </a:solidFill>
              </a:rPr>
              <a:t>ggf._Logo</a:t>
            </a:r>
            <a:r>
              <a:rPr lang="de-DE" dirty="0">
                <a:solidFill>
                  <a:prstClr val="black"/>
                </a:solidFill>
              </a:rPr>
              <a:t>/löschen</a:t>
            </a:r>
          </a:p>
        </p:txBody>
      </p:sp>
      <p:sp>
        <p:nvSpPr>
          <p:cNvPr id="11" name="Text Placeholder 2"/>
          <p:cNvSpPr>
            <a:spLocks noGrp="1"/>
          </p:cNvSpPr>
          <p:nvPr>
            <p:ph type="body" sz="quarter" idx="16" hasCustomPrompt="1"/>
          </p:nvPr>
        </p:nvSpPr>
        <p:spPr>
          <a:xfrm>
            <a:off x="684700" y="6156551"/>
            <a:ext cx="9324000" cy="504000"/>
          </a:xfrm>
        </p:spPr>
        <p:txBody>
          <a:bodyPr/>
          <a:lstStyle>
            <a:lvl1pPr marL="0" indent="0" rtl="0">
              <a:buNone/>
              <a:defRPr sz="1600" b="1"/>
            </a:lvl1pPr>
          </a:lstStyle>
          <a:p>
            <a:pPr>
              <a:spcBef>
                <a:spcPts val="500"/>
              </a:spcBef>
            </a:pPr>
            <a:r>
              <a:rPr lang="de-DE" dirty="0"/>
              <a:t>Frankfurt am Main</a:t>
            </a:r>
            <a:br>
              <a:rPr lang="de-DE" dirty="0"/>
            </a:br>
            <a:r>
              <a:rPr lang="de-DE" dirty="0"/>
              <a:t>T. MMMM 2024</a:t>
            </a:r>
          </a:p>
        </p:txBody>
      </p:sp>
    </p:spTree>
    <p:extLst>
      <p:ext uri="{BB962C8B-B14F-4D97-AF65-F5344CB8AC3E}">
        <p14:creationId xmlns:p14="http://schemas.microsoft.com/office/powerpoint/2010/main" val="42937934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el">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A3091B77-12EF-68A8-B108-5434B85F4537}"/>
              </a:ext>
            </a:extLst>
          </p:cNvPr>
          <p:cNvGraphicFramePr>
            <a:graphicFrameLocks noChangeAspect="1"/>
          </p:cNvGraphicFramePr>
          <p:nvPr userDrawn="1">
            <p:custDataLst>
              <p:tags r:id="rId1"/>
            </p:custDataLst>
            <p:extLst>
              <p:ext uri="{D42A27DB-BD31-4B8C-83A1-F6EECF244321}">
                <p14:modId xmlns:p14="http://schemas.microsoft.com/office/powerpoint/2010/main" val="3032735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4" name="Line 58"/>
          <p:cNvSpPr>
            <a:spLocks noChangeShapeType="1"/>
          </p:cNvSpPr>
          <p:nvPr userDrawn="1"/>
        </p:nvSpPr>
        <p:spPr bwMode="auto">
          <a:xfrm>
            <a:off x="378700" y="1166665"/>
            <a:ext cx="9936000" cy="0"/>
          </a:xfrm>
          <a:prstGeom prst="line">
            <a:avLst/>
          </a:prstGeom>
          <a:noFill/>
          <a:ln w="19050" cap="flat">
            <a:solidFill>
              <a:srgbClr val="003D7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190" tIns="57095" rIns="114190" bIns="57095"/>
          <a:lstStyle/>
          <a:p>
            <a:pPr defTabSz="1042688" rtl="0"/>
            <a:endParaRPr lang="de-DE" sz="800" kern="0" dirty="0">
              <a:solidFill>
                <a:prstClr val="black"/>
              </a:solidFill>
            </a:endParaRPr>
          </a:p>
        </p:txBody>
      </p:sp>
      <p:sp>
        <p:nvSpPr>
          <p:cNvPr id="16" name="Titel 1"/>
          <p:cNvSpPr>
            <a:spLocks noGrp="1"/>
          </p:cNvSpPr>
          <p:nvPr>
            <p:ph type="title" hasCustomPrompt="1"/>
          </p:nvPr>
        </p:nvSpPr>
        <p:spPr>
          <a:xfrm>
            <a:off x="684700" y="1867614"/>
            <a:ext cx="9324000" cy="324000"/>
          </a:xfrm>
          <a:prstGeom prst="rect">
            <a:avLst/>
          </a:prstGeom>
        </p:spPr>
        <p:txBody>
          <a:bodyPr vert="horz" anchor="t"/>
          <a:lstStyle>
            <a:lvl1pPr marL="0" marR="0" indent="0" algn="l" defTabSz="1080000" rtl="0" eaLnBrk="1" fontAlgn="auto" latinLnBrk="0" hangingPunct="1">
              <a:lnSpc>
                <a:spcPct val="100000"/>
              </a:lnSpc>
              <a:spcBef>
                <a:spcPct val="0"/>
              </a:spcBef>
              <a:spcAft>
                <a:spcPts val="0"/>
              </a:spcAft>
              <a:buClrTx/>
              <a:buSzTx/>
              <a:buFontTx/>
              <a:buNone/>
              <a:tabLst>
                <a:tab pos="540000" algn="l"/>
                <a:tab pos="6480000" algn="l"/>
                <a:tab pos="9331200" algn="r"/>
              </a:tabLst>
              <a:defRPr lang="de-DE" sz="2000" kern="0" baseline="0" dirty="0"/>
            </a:lvl1pPr>
          </a:lstStyle>
          <a:p>
            <a:r>
              <a:rPr lang="de-DE" noProof="0" dirty="0"/>
              <a:t>Layout „Titelfolie“ durch Klicken bearbeiten</a:t>
            </a:r>
          </a:p>
        </p:txBody>
      </p:sp>
      <p:sp>
        <p:nvSpPr>
          <p:cNvPr id="20" name="Titel 1"/>
          <p:cNvSpPr txBox="1">
            <a:spLocks/>
          </p:cNvSpPr>
          <p:nvPr userDrawn="1"/>
        </p:nvSpPr>
        <p:spPr>
          <a:xfrm>
            <a:off x="378700" y="870593"/>
            <a:ext cx="9936000" cy="273697"/>
          </a:xfrm>
          <a:prstGeom prst="rect">
            <a:avLst/>
          </a:prstGeom>
        </p:spPr>
        <p:txBody>
          <a:bodyPr vert="horz" lIns="0" tIns="0" rIns="0" bIns="0" rtlCol="0" anchor="b" anchorCtr="0">
            <a:noAutofit/>
          </a:bodyPr>
          <a:lstStyle>
            <a:lvl1pPr algn="l" defTabSz="1043056" rtl="0" eaLnBrk="1" latinLnBrk="0" hangingPunct="1">
              <a:spcBef>
                <a:spcPct val="0"/>
              </a:spcBef>
              <a:buNone/>
              <a:defRPr sz="2000" b="1" kern="1200">
                <a:solidFill>
                  <a:schemeClr val="tx1"/>
                </a:solidFill>
                <a:latin typeface="Univers for Metzler" panose="020B0503030202020203" pitchFamily="34" charset="0"/>
                <a:ea typeface="+mj-ea"/>
                <a:cs typeface="+mj-cs"/>
              </a:defRPr>
            </a:lvl1pPr>
          </a:lstStyle>
          <a:p>
            <a:pPr algn="r" rtl="0"/>
            <a:r>
              <a:rPr lang="de-DE" sz="1200" b="1" i="1" noProof="0">
                <a:solidFill>
                  <a:srgbClr val="003D7C"/>
                </a:solidFill>
              </a:rPr>
              <a:t>Strictly confidential</a:t>
            </a:r>
            <a:endParaRPr lang="de-DE" sz="1200" b="1" i="1" noProof="0" dirty="0">
              <a:solidFill>
                <a:srgbClr val="003D7C"/>
              </a:solidFill>
            </a:endParaRPr>
          </a:p>
        </p:txBody>
      </p:sp>
      <p:sp>
        <p:nvSpPr>
          <p:cNvPr id="9" name="Text Placeholder 2"/>
          <p:cNvSpPr>
            <a:spLocks noGrp="1"/>
          </p:cNvSpPr>
          <p:nvPr>
            <p:ph type="body" sz="quarter" idx="15" hasCustomPrompt="1"/>
          </p:nvPr>
        </p:nvSpPr>
        <p:spPr>
          <a:xfrm>
            <a:off x="684700" y="3146425"/>
            <a:ext cx="9324000" cy="504000"/>
          </a:xfrm>
        </p:spPr>
        <p:txBody>
          <a:bodyPr/>
          <a:lstStyle>
            <a:lvl1pPr marL="0" indent="0" rtl="0">
              <a:buNone/>
              <a:defRPr sz="1600" b="1"/>
            </a:lvl1pPr>
          </a:lstStyle>
          <a:p>
            <a:pPr>
              <a:lnSpc>
                <a:spcPct val="105000"/>
              </a:lnSpc>
            </a:pPr>
            <a:r>
              <a:rPr lang="de-DE" dirty="0">
                <a:solidFill>
                  <a:prstClr val="black"/>
                </a:solidFill>
              </a:rPr>
              <a:t>Präsentation für</a:t>
            </a:r>
            <a:br>
              <a:rPr lang="de-DE" dirty="0">
                <a:solidFill>
                  <a:prstClr val="black"/>
                </a:solidFill>
              </a:rPr>
            </a:br>
            <a:r>
              <a:rPr lang="de-DE" dirty="0" err="1">
                <a:solidFill>
                  <a:prstClr val="black"/>
                </a:solidFill>
              </a:rPr>
              <a:t>ggf._Logo</a:t>
            </a:r>
            <a:r>
              <a:rPr lang="de-DE" dirty="0">
                <a:solidFill>
                  <a:prstClr val="black"/>
                </a:solidFill>
              </a:rPr>
              <a:t>/löschen</a:t>
            </a:r>
          </a:p>
        </p:txBody>
      </p:sp>
      <p:sp>
        <p:nvSpPr>
          <p:cNvPr id="11" name="Text Placeholder 2"/>
          <p:cNvSpPr>
            <a:spLocks noGrp="1"/>
          </p:cNvSpPr>
          <p:nvPr>
            <p:ph type="body" sz="quarter" idx="16" hasCustomPrompt="1"/>
          </p:nvPr>
        </p:nvSpPr>
        <p:spPr>
          <a:xfrm>
            <a:off x="684700" y="6156551"/>
            <a:ext cx="9324000" cy="504000"/>
          </a:xfrm>
        </p:spPr>
        <p:txBody>
          <a:bodyPr/>
          <a:lstStyle>
            <a:lvl1pPr marL="0" indent="0" rtl="0">
              <a:buNone/>
              <a:defRPr sz="1600" b="1"/>
            </a:lvl1pPr>
          </a:lstStyle>
          <a:p>
            <a:pPr>
              <a:spcBef>
                <a:spcPts val="500"/>
              </a:spcBef>
            </a:pPr>
            <a:r>
              <a:rPr lang="de-DE" dirty="0"/>
              <a:t>Frankfurt am Main</a:t>
            </a:r>
            <a:br>
              <a:rPr lang="de-DE" dirty="0"/>
            </a:br>
            <a:r>
              <a:rPr lang="de-DE" dirty="0"/>
              <a:t>T. MMMM 2024</a:t>
            </a:r>
          </a:p>
        </p:txBody>
      </p:sp>
      <p:sp>
        <p:nvSpPr>
          <p:cNvPr id="7" name="Rechteck 6"/>
          <p:cNvSpPr/>
          <p:nvPr userDrawn="1"/>
        </p:nvSpPr>
        <p:spPr>
          <a:xfrm>
            <a:off x="234851" y="7113329"/>
            <a:ext cx="305115" cy="19638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dirty="0"/>
          </a:p>
        </p:txBody>
      </p:sp>
      <p:sp>
        <p:nvSpPr>
          <p:cNvPr id="2" name="Textfeld 1">
            <a:extLst>
              <a:ext uri="{FF2B5EF4-FFF2-40B4-BE49-F238E27FC236}">
                <a16:creationId xmlns:a16="http://schemas.microsoft.com/office/drawing/2014/main" id="{DAA9FB0D-2F1D-F4C4-B3DB-7D83EE852302}"/>
              </a:ext>
            </a:extLst>
          </p:cNvPr>
          <p:cNvSpPr txBox="1"/>
          <p:nvPr userDrawn="1"/>
        </p:nvSpPr>
        <p:spPr>
          <a:xfrm>
            <a:off x="381619" y="7128798"/>
            <a:ext cx="118622" cy="123111"/>
          </a:xfrm>
          <a:prstGeom prst="rect">
            <a:avLst/>
          </a:prstGeom>
          <a:noFill/>
          <a:ln>
            <a:noFill/>
          </a:ln>
          <a:effectLst/>
        </p:spPr>
        <p:txBody>
          <a:bodyPr wrap="none" lIns="0" tIns="0" rIns="0" bIns="0" anchor="b" anchorCtr="0">
            <a:spAutoFit/>
          </a:bodyPr>
          <a:lstStyle>
            <a:defPPr>
              <a:defRPr lang="de-DE"/>
            </a:defPPr>
            <a:lvl1pPr defTabSz="863294" eaLnBrk="0" fontAlgn="base" hangingPunct="0">
              <a:spcBef>
                <a:spcPct val="0"/>
              </a:spcBef>
              <a:spcAft>
                <a:spcPct val="0"/>
              </a:spcAft>
              <a:buSzPct val="95000"/>
              <a:defRPr sz="800" baseline="0">
                <a:solidFill>
                  <a:schemeClr val="bg2"/>
                </a:solidFill>
                <a:latin typeface="Univers for Metzler Light" pitchFamily="34" charset="0"/>
              </a:defRPr>
            </a:lvl1pPr>
          </a:lstStyle>
          <a:p>
            <a:pPr rtl="0"/>
            <a:fld id="{69DC22A3-4BBA-427E-990E-76363AFABCED}" type="slidenum">
              <a:rPr lang="de-DE" sz="800" kern="0" smtClean="0">
                <a:solidFill>
                  <a:schemeClr val="tx1"/>
                </a:solidFill>
                <a:latin typeface="+mj-lt"/>
              </a:rPr>
              <a:pPr rtl="0"/>
              <a:t>‹#›</a:t>
            </a:fld>
            <a:endParaRPr lang="de-DE" sz="800" kern="0" dirty="0">
              <a:solidFill>
                <a:schemeClr val="tx1"/>
              </a:solidFill>
              <a:latin typeface="+mj-lt"/>
            </a:endParaRPr>
          </a:p>
        </p:txBody>
      </p:sp>
    </p:spTree>
    <p:extLst>
      <p:ext uri="{BB962C8B-B14F-4D97-AF65-F5344CB8AC3E}">
        <p14:creationId xmlns:p14="http://schemas.microsoft.com/office/powerpoint/2010/main" val="12037413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elfolie">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48553174-077C-FCCD-121D-50075D14CD8E}"/>
              </a:ext>
            </a:extLst>
          </p:cNvPr>
          <p:cNvGraphicFramePr>
            <a:graphicFrameLocks noChangeAspect="1"/>
          </p:cNvGraphicFramePr>
          <p:nvPr userDrawn="1">
            <p:custDataLst>
              <p:tags r:id="rId1"/>
            </p:custDataLst>
            <p:extLst>
              <p:ext uri="{D42A27DB-BD31-4B8C-83A1-F6EECF244321}">
                <p14:modId xmlns:p14="http://schemas.microsoft.com/office/powerpoint/2010/main" val="210179108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2" name="Grafik 1" descr="Ein Bild, das Schrift, Text, Logo, Grafiken enthält.&#10;&#10;Automatisch generierte Beschreibung">
            <a:extLst>
              <a:ext uri="{FF2B5EF4-FFF2-40B4-BE49-F238E27FC236}">
                <a16:creationId xmlns:a16="http://schemas.microsoft.com/office/drawing/2014/main" id="{3E4A7550-488E-8B3E-8495-973F3CAFF34E}"/>
              </a:ext>
            </a:extLst>
          </p:cNvPr>
          <p:cNvPicPr>
            <a:picLocks noChangeAspect="1"/>
          </p:cNvPicPr>
          <p:nvPr userDrawn="1"/>
        </p:nvPicPr>
        <p:blipFill>
          <a:blip r:embed="rId5"/>
          <a:stretch>
            <a:fillRect/>
          </a:stretch>
        </p:blipFill>
        <p:spPr>
          <a:xfrm>
            <a:off x="8875092" y="6890400"/>
            <a:ext cx="1414275" cy="359665"/>
          </a:xfrm>
          <a:prstGeom prst="rect">
            <a:avLst/>
          </a:prstGeom>
        </p:spPr>
      </p:pic>
      <p:sp>
        <p:nvSpPr>
          <p:cNvPr id="4" name="Line 58">
            <a:extLst>
              <a:ext uri="{FF2B5EF4-FFF2-40B4-BE49-F238E27FC236}">
                <a16:creationId xmlns:a16="http://schemas.microsoft.com/office/drawing/2014/main" id="{1DA1DA06-E770-0823-A6A4-C1A7800C601E}"/>
              </a:ext>
            </a:extLst>
          </p:cNvPr>
          <p:cNvSpPr>
            <a:spLocks noChangeShapeType="1"/>
          </p:cNvSpPr>
          <p:nvPr userDrawn="1"/>
        </p:nvSpPr>
        <p:spPr bwMode="auto">
          <a:xfrm>
            <a:off x="396699" y="7078891"/>
            <a:ext cx="8382175" cy="0"/>
          </a:xfrm>
          <a:prstGeom prst="line">
            <a:avLst/>
          </a:prstGeom>
          <a:noFill/>
          <a:ln w="11430" cap="flat">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190" tIns="57095" rIns="114190" bIns="57095"/>
          <a:lstStyle/>
          <a:p>
            <a:pPr lvl="0" rtl="0"/>
            <a:endParaRPr lang="de-DE" sz="800" kern="0" baseline="0" noProof="0" dirty="0"/>
          </a:p>
        </p:txBody>
      </p:sp>
      <p:grpSp>
        <p:nvGrpSpPr>
          <p:cNvPr id="7" name="Gruppieren 6"/>
          <p:cNvGrpSpPr/>
          <p:nvPr userDrawn="1"/>
        </p:nvGrpSpPr>
        <p:grpSpPr>
          <a:xfrm>
            <a:off x="-304800" y="1925638"/>
            <a:ext cx="11274425" cy="4687888"/>
            <a:chOff x="-304800" y="1925638"/>
            <a:chExt cx="11274425" cy="4687888"/>
          </a:xfrm>
        </p:grpSpPr>
        <p:cxnSp>
          <p:nvCxnSpPr>
            <p:cNvPr id="16" name="Gerade Verbindung 15"/>
            <p:cNvCxnSpPr/>
            <p:nvPr userDrawn="1"/>
          </p:nvCxnSpPr>
          <p:spPr>
            <a:xfrm rot="16200000">
              <a:off x="-135774" y="1773238"/>
              <a:ext cx="0" cy="304800"/>
            </a:xfrm>
            <a:prstGeom prst="line">
              <a:avLst/>
            </a:prstGeom>
            <a:ln w="3175">
              <a:solidFill>
                <a:schemeClr val="bg1"/>
              </a:solidFill>
              <a:tailEnd type="none" w="lg" len="lg"/>
            </a:ln>
          </p:spPr>
          <p:style>
            <a:lnRef idx="1">
              <a:schemeClr val="accent1"/>
            </a:lnRef>
            <a:fillRef idx="0">
              <a:schemeClr val="accent1"/>
            </a:fillRef>
            <a:effectRef idx="0">
              <a:schemeClr val="accent1"/>
            </a:effectRef>
            <a:fontRef idx="minor">
              <a:schemeClr val="tx1"/>
            </a:fontRef>
          </p:style>
        </p:cxnSp>
        <p:cxnSp>
          <p:nvCxnSpPr>
            <p:cNvPr id="17" name="Gerade Verbindung 16"/>
            <p:cNvCxnSpPr/>
            <p:nvPr userDrawn="1"/>
          </p:nvCxnSpPr>
          <p:spPr>
            <a:xfrm rot="16200000">
              <a:off x="-90000" y="3245338"/>
              <a:ext cx="0" cy="180000"/>
            </a:xfrm>
            <a:prstGeom prst="line">
              <a:avLst/>
            </a:prstGeom>
            <a:ln w="3175">
              <a:solidFill>
                <a:schemeClr val="bg1"/>
              </a:solidFill>
              <a:tailEnd type="none" w="lg" len="lg"/>
            </a:ln>
          </p:spPr>
          <p:style>
            <a:lnRef idx="1">
              <a:schemeClr val="accent1"/>
            </a:lnRef>
            <a:fillRef idx="0">
              <a:schemeClr val="accent1"/>
            </a:fillRef>
            <a:effectRef idx="0">
              <a:schemeClr val="accent1"/>
            </a:effectRef>
            <a:fontRef idx="minor">
              <a:schemeClr val="tx1"/>
            </a:fontRef>
          </p:style>
        </p:cxnSp>
        <p:cxnSp>
          <p:nvCxnSpPr>
            <p:cNvPr id="18" name="Gerade Verbindung 17"/>
            <p:cNvCxnSpPr/>
            <p:nvPr userDrawn="1"/>
          </p:nvCxnSpPr>
          <p:spPr>
            <a:xfrm rot="16200000">
              <a:off x="-135774" y="6215063"/>
              <a:ext cx="0" cy="304800"/>
            </a:xfrm>
            <a:prstGeom prst="line">
              <a:avLst/>
            </a:prstGeom>
            <a:ln w="3175">
              <a:solidFill>
                <a:schemeClr val="bg1"/>
              </a:solidFill>
              <a:tailEnd type="none" w="lg" len="lg"/>
            </a:ln>
          </p:spPr>
          <p:style>
            <a:lnRef idx="1">
              <a:schemeClr val="accent1"/>
            </a:lnRef>
            <a:fillRef idx="0">
              <a:schemeClr val="accent1"/>
            </a:fillRef>
            <a:effectRef idx="0">
              <a:schemeClr val="accent1"/>
            </a:effectRef>
            <a:fontRef idx="minor">
              <a:schemeClr val="tx1"/>
            </a:fontRef>
          </p:style>
        </p:cxnSp>
        <p:cxnSp>
          <p:nvCxnSpPr>
            <p:cNvPr id="19" name="Gerade Verbindung 18"/>
            <p:cNvCxnSpPr/>
            <p:nvPr userDrawn="1"/>
          </p:nvCxnSpPr>
          <p:spPr>
            <a:xfrm rot="16200000">
              <a:off x="-135774" y="6461126"/>
              <a:ext cx="0" cy="304800"/>
            </a:xfrm>
            <a:prstGeom prst="line">
              <a:avLst/>
            </a:prstGeom>
            <a:ln w="3175">
              <a:solidFill>
                <a:schemeClr val="bg1"/>
              </a:solidFill>
              <a:tailEnd type="none" w="lg" len="lg"/>
            </a:ln>
          </p:spPr>
          <p:style>
            <a:lnRef idx="1">
              <a:schemeClr val="accent1"/>
            </a:lnRef>
            <a:fillRef idx="0">
              <a:schemeClr val="accent1"/>
            </a:fillRef>
            <a:effectRef idx="0">
              <a:schemeClr val="accent1"/>
            </a:effectRef>
            <a:fontRef idx="minor">
              <a:schemeClr val="tx1"/>
            </a:fontRef>
          </p:style>
        </p:cxnSp>
        <p:cxnSp>
          <p:nvCxnSpPr>
            <p:cNvPr id="20" name="Gerade Verbindung 19"/>
            <p:cNvCxnSpPr/>
            <p:nvPr userDrawn="1"/>
          </p:nvCxnSpPr>
          <p:spPr>
            <a:xfrm rot="16200000">
              <a:off x="-135774" y="1960563"/>
              <a:ext cx="0" cy="304800"/>
            </a:xfrm>
            <a:prstGeom prst="line">
              <a:avLst/>
            </a:prstGeom>
            <a:ln w="3175">
              <a:solidFill>
                <a:schemeClr val="bg1"/>
              </a:solidFill>
              <a:tailEnd type="none" w="lg" len="lg"/>
            </a:ln>
          </p:spPr>
          <p:style>
            <a:lnRef idx="1">
              <a:schemeClr val="accent1"/>
            </a:lnRef>
            <a:fillRef idx="0">
              <a:schemeClr val="accent1"/>
            </a:fillRef>
            <a:effectRef idx="0">
              <a:schemeClr val="accent1"/>
            </a:effectRef>
            <a:fontRef idx="minor">
              <a:schemeClr val="tx1"/>
            </a:fontRef>
          </p:style>
        </p:cxnSp>
        <p:cxnSp>
          <p:nvCxnSpPr>
            <p:cNvPr id="21" name="Gerade Verbindung 20"/>
            <p:cNvCxnSpPr/>
            <p:nvPr userDrawn="1"/>
          </p:nvCxnSpPr>
          <p:spPr>
            <a:xfrm rot="16200000">
              <a:off x="10817225" y="1773238"/>
              <a:ext cx="0" cy="304800"/>
            </a:xfrm>
            <a:prstGeom prst="line">
              <a:avLst/>
            </a:prstGeom>
            <a:ln w="3175">
              <a:solidFill>
                <a:schemeClr val="bg1"/>
              </a:solidFill>
              <a:tailEnd type="none" w="lg" len="lg"/>
            </a:ln>
          </p:spPr>
          <p:style>
            <a:lnRef idx="1">
              <a:schemeClr val="accent1"/>
            </a:lnRef>
            <a:fillRef idx="0">
              <a:schemeClr val="accent1"/>
            </a:fillRef>
            <a:effectRef idx="0">
              <a:schemeClr val="accent1"/>
            </a:effectRef>
            <a:fontRef idx="minor">
              <a:schemeClr val="tx1"/>
            </a:fontRef>
          </p:style>
        </p:cxnSp>
        <p:cxnSp>
          <p:nvCxnSpPr>
            <p:cNvPr id="22" name="Gerade Verbindung 21"/>
            <p:cNvCxnSpPr/>
            <p:nvPr userDrawn="1"/>
          </p:nvCxnSpPr>
          <p:spPr>
            <a:xfrm rot="16200000">
              <a:off x="10817225" y="3182939"/>
              <a:ext cx="0" cy="304800"/>
            </a:xfrm>
            <a:prstGeom prst="line">
              <a:avLst/>
            </a:prstGeom>
            <a:ln w="3175">
              <a:solidFill>
                <a:schemeClr val="bg1"/>
              </a:solidFill>
              <a:tailEnd type="none" w="lg" len="lg"/>
            </a:ln>
          </p:spPr>
          <p:style>
            <a:lnRef idx="1">
              <a:schemeClr val="accent1"/>
            </a:lnRef>
            <a:fillRef idx="0">
              <a:schemeClr val="accent1"/>
            </a:fillRef>
            <a:effectRef idx="0">
              <a:schemeClr val="accent1"/>
            </a:effectRef>
            <a:fontRef idx="minor">
              <a:schemeClr val="tx1"/>
            </a:fontRef>
          </p:style>
        </p:cxnSp>
        <p:cxnSp>
          <p:nvCxnSpPr>
            <p:cNvPr id="23" name="Gerade Verbindung 22"/>
            <p:cNvCxnSpPr/>
            <p:nvPr userDrawn="1"/>
          </p:nvCxnSpPr>
          <p:spPr>
            <a:xfrm rot="16200000">
              <a:off x="10817225" y="6215063"/>
              <a:ext cx="0" cy="304800"/>
            </a:xfrm>
            <a:prstGeom prst="line">
              <a:avLst/>
            </a:prstGeom>
            <a:ln w="3175">
              <a:solidFill>
                <a:schemeClr val="bg1"/>
              </a:solidFill>
              <a:tailEnd type="none" w="lg" len="lg"/>
            </a:ln>
          </p:spPr>
          <p:style>
            <a:lnRef idx="1">
              <a:schemeClr val="accent1"/>
            </a:lnRef>
            <a:fillRef idx="0">
              <a:schemeClr val="accent1"/>
            </a:fillRef>
            <a:effectRef idx="0">
              <a:schemeClr val="accent1"/>
            </a:effectRef>
            <a:fontRef idx="minor">
              <a:schemeClr val="tx1"/>
            </a:fontRef>
          </p:style>
        </p:cxnSp>
        <p:cxnSp>
          <p:nvCxnSpPr>
            <p:cNvPr id="24" name="Gerade Verbindung 23"/>
            <p:cNvCxnSpPr/>
            <p:nvPr userDrawn="1"/>
          </p:nvCxnSpPr>
          <p:spPr>
            <a:xfrm rot="16200000">
              <a:off x="10817225" y="6461126"/>
              <a:ext cx="0" cy="304800"/>
            </a:xfrm>
            <a:prstGeom prst="line">
              <a:avLst/>
            </a:prstGeom>
            <a:ln w="3175">
              <a:solidFill>
                <a:schemeClr val="bg1"/>
              </a:solidFill>
              <a:tailEnd type="none" w="lg" len="lg"/>
            </a:ln>
          </p:spPr>
          <p:style>
            <a:lnRef idx="1">
              <a:schemeClr val="accent1"/>
            </a:lnRef>
            <a:fillRef idx="0">
              <a:schemeClr val="accent1"/>
            </a:fillRef>
            <a:effectRef idx="0">
              <a:schemeClr val="accent1"/>
            </a:effectRef>
            <a:fontRef idx="minor">
              <a:schemeClr val="tx1"/>
            </a:fontRef>
          </p:style>
        </p:cxnSp>
        <p:cxnSp>
          <p:nvCxnSpPr>
            <p:cNvPr id="25" name="Gerade Verbindung 24"/>
            <p:cNvCxnSpPr/>
            <p:nvPr userDrawn="1"/>
          </p:nvCxnSpPr>
          <p:spPr>
            <a:xfrm rot="16200000">
              <a:off x="10817225" y="1960564"/>
              <a:ext cx="0" cy="304800"/>
            </a:xfrm>
            <a:prstGeom prst="line">
              <a:avLst/>
            </a:prstGeom>
            <a:ln w="3175">
              <a:solidFill>
                <a:schemeClr val="bg1"/>
              </a:solidFill>
              <a:tailEnd type="none" w="lg" len="lg"/>
            </a:ln>
          </p:spPr>
          <p:style>
            <a:lnRef idx="1">
              <a:schemeClr val="accent1"/>
            </a:lnRef>
            <a:fillRef idx="0">
              <a:schemeClr val="accent1"/>
            </a:fillRef>
            <a:effectRef idx="0">
              <a:schemeClr val="accent1"/>
            </a:effectRef>
            <a:fontRef idx="minor">
              <a:schemeClr val="tx1"/>
            </a:fontRef>
          </p:style>
        </p:cxnSp>
        <p:cxnSp>
          <p:nvCxnSpPr>
            <p:cNvPr id="26" name="Gerade Verbindung 25"/>
            <p:cNvCxnSpPr/>
            <p:nvPr userDrawn="1"/>
          </p:nvCxnSpPr>
          <p:spPr>
            <a:xfrm rot="16200000">
              <a:off x="-152400" y="3033713"/>
              <a:ext cx="0" cy="304800"/>
            </a:xfrm>
            <a:prstGeom prst="line">
              <a:avLst/>
            </a:prstGeom>
            <a:ln w="3175">
              <a:solidFill>
                <a:schemeClr val="bg1"/>
              </a:solidFill>
              <a:tailEnd type="none" w="lg" len="lg"/>
            </a:ln>
          </p:spPr>
          <p:style>
            <a:lnRef idx="1">
              <a:schemeClr val="accent1"/>
            </a:lnRef>
            <a:fillRef idx="0">
              <a:schemeClr val="accent1"/>
            </a:fillRef>
            <a:effectRef idx="0">
              <a:schemeClr val="accent1"/>
            </a:effectRef>
            <a:fontRef idx="minor">
              <a:schemeClr val="tx1"/>
            </a:fontRef>
          </p:style>
        </p:cxnSp>
        <p:cxnSp>
          <p:nvCxnSpPr>
            <p:cNvPr id="27" name="Gerade Verbindung 26"/>
            <p:cNvCxnSpPr/>
            <p:nvPr userDrawn="1"/>
          </p:nvCxnSpPr>
          <p:spPr>
            <a:xfrm rot="16200000">
              <a:off x="10817225" y="3033713"/>
              <a:ext cx="0" cy="304800"/>
            </a:xfrm>
            <a:prstGeom prst="line">
              <a:avLst/>
            </a:prstGeom>
            <a:ln w="3175">
              <a:solidFill>
                <a:schemeClr val="bg1"/>
              </a:solidFill>
              <a:tailEnd type="none" w="lg" len="lg"/>
            </a:ln>
          </p:spPr>
          <p:style>
            <a:lnRef idx="1">
              <a:schemeClr val="accent1"/>
            </a:lnRef>
            <a:fillRef idx="0">
              <a:schemeClr val="accent1"/>
            </a:fillRef>
            <a:effectRef idx="0">
              <a:schemeClr val="accent1"/>
            </a:effectRef>
            <a:fontRef idx="minor">
              <a:schemeClr val="tx1"/>
            </a:fontRef>
          </p:style>
        </p:cxnSp>
      </p:grpSp>
      <p:sp>
        <p:nvSpPr>
          <p:cNvPr id="32" name="Line 58"/>
          <p:cNvSpPr>
            <a:spLocks noChangeShapeType="1"/>
          </p:cNvSpPr>
          <p:nvPr userDrawn="1"/>
        </p:nvSpPr>
        <p:spPr bwMode="auto">
          <a:xfrm>
            <a:off x="10095100" y="7078891"/>
            <a:ext cx="201600" cy="0"/>
          </a:xfrm>
          <a:prstGeom prst="line">
            <a:avLst/>
          </a:prstGeom>
          <a:noFill/>
          <a:ln w="11430" cap="flat">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190" tIns="57095" rIns="114190" bIns="57095"/>
          <a:lstStyle/>
          <a:p>
            <a:pPr lvl="0" rtl="0"/>
            <a:endParaRPr lang="de-DE" sz="800" kern="0" baseline="0" noProof="0" dirty="0"/>
          </a:p>
        </p:txBody>
      </p:sp>
      <p:sp>
        <p:nvSpPr>
          <p:cNvPr id="5" name="Line 58">
            <a:extLst>
              <a:ext uri="{FF2B5EF4-FFF2-40B4-BE49-F238E27FC236}">
                <a16:creationId xmlns:a16="http://schemas.microsoft.com/office/drawing/2014/main" id="{BBB24438-28E3-6323-0A61-DFE7025A334D}"/>
              </a:ext>
            </a:extLst>
          </p:cNvPr>
          <p:cNvSpPr>
            <a:spLocks noChangeShapeType="1"/>
          </p:cNvSpPr>
          <p:nvPr userDrawn="1"/>
        </p:nvSpPr>
        <p:spPr bwMode="auto">
          <a:xfrm>
            <a:off x="378700" y="1166665"/>
            <a:ext cx="9936000" cy="0"/>
          </a:xfrm>
          <a:prstGeom prst="line">
            <a:avLst/>
          </a:prstGeom>
          <a:noFill/>
          <a:ln w="19050" cap="flat">
            <a:solidFill>
              <a:srgbClr val="003D7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190" tIns="57095" rIns="114190" bIns="57095"/>
          <a:lstStyle/>
          <a:p>
            <a:pPr defTabSz="1042688" rtl="0"/>
            <a:endParaRPr lang="de-DE" sz="800" kern="0" dirty="0">
              <a:solidFill>
                <a:prstClr val="black"/>
              </a:solidFill>
            </a:endParaRPr>
          </a:p>
        </p:txBody>
      </p:sp>
      <p:sp>
        <p:nvSpPr>
          <p:cNvPr id="8" name="Titel 1">
            <a:extLst>
              <a:ext uri="{FF2B5EF4-FFF2-40B4-BE49-F238E27FC236}">
                <a16:creationId xmlns:a16="http://schemas.microsoft.com/office/drawing/2014/main" id="{9CE53ADF-254F-3DB1-2640-3CAC5B49C381}"/>
              </a:ext>
            </a:extLst>
          </p:cNvPr>
          <p:cNvSpPr>
            <a:spLocks noGrp="1"/>
          </p:cNvSpPr>
          <p:nvPr>
            <p:ph type="title" hasCustomPrompt="1"/>
          </p:nvPr>
        </p:nvSpPr>
        <p:spPr>
          <a:xfrm>
            <a:off x="684700" y="1867614"/>
            <a:ext cx="9324000" cy="324000"/>
          </a:xfrm>
          <a:prstGeom prst="rect">
            <a:avLst/>
          </a:prstGeom>
        </p:spPr>
        <p:txBody>
          <a:bodyPr vert="horz" anchor="t"/>
          <a:lstStyle>
            <a:lvl1pPr marL="0" marR="0" indent="0" algn="l" defTabSz="1080000" rtl="0" eaLnBrk="1" fontAlgn="auto" latinLnBrk="0" hangingPunct="1">
              <a:lnSpc>
                <a:spcPct val="100000"/>
              </a:lnSpc>
              <a:spcBef>
                <a:spcPct val="0"/>
              </a:spcBef>
              <a:spcAft>
                <a:spcPts val="0"/>
              </a:spcAft>
              <a:buClrTx/>
              <a:buSzTx/>
              <a:buFontTx/>
              <a:buNone/>
              <a:tabLst>
                <a:tab pos="540000" algn="l"/>
                <a:tab pos="6480000" algn="l"/>
                <a:tab pos="9331200" algn="r"/>
              </a:tabLst>
              <a:defRPr lang="de-DE" sz="2000" kern="0" baseline="0" dirty="0"/>
            </a:lvl1pPr>
          </a:lstStyle>
          <a:p>
            <a:r>
              <a:rPr lang="de-DE" noProof="0" dirty="0"/>
              <a:t>Layout „Titelfolie“ durch Klicken bearbeiten</a:t>
            </a:r>
          </a:p>
        </p:txBody>
      </p:sp>
      <p:sp>
        <p:nvSpPr>
          <p:cNvPr id="10" name="Text Placeholder 2">
            <a:extLst>
              <a:ext uri="{FF2B5EF4-FFF2-40B4-BE49-F238E27FC236}">
                <a16:creationId xmlns:a16="http://schemas.microsoft.com/office/drawing/2014/main" id="{B942FB06-2A20-093A-F920-4BC51D73F17E}"/>
              </a:ext>
            </a:extLst>
          </p:cNvPr>
          <p:cNvSpPr>
            <a:spLocks noGrp="1"/>
          </p:cNvSpPr>
          <p:nvPr>
            <p:ph type="body" sz="quarter" idx="15" hasCustomPrompt="1"/>
          </p:nvPr>
        </p:nvSpPr>
        <p:spPr>
          <a:xfrm>
            <a:off x="684700" y="3146425"/>
            <a:ext cx="9324000" cy="504000"/>
          </a:xfrm>
        </p:spPr>
        <p:txBody>
          <a:bodyPr/>
          <a:lstStyle>
            <a:lvl1pPr marL="0" indent="0" rtl="0">
              <a:buNone/>
              <a:defRPr sz="1600" b="1"/>
            </a:lvl1pPr>
          </a:lstStyle>
          <a:p>
            <a:pPr>
              <a:lnSpc>
                <a:spcPct val="105000"/>
              </a:lnSpc>
            </a:pPr>
            <a:r>
              <a:rPr lang="de-DE" dirty="0">
                <a:solidFill>
                  <a:prstClr val="black"/>
                </a:solidFill>
              </a:rPr>
              <a:t>Präsentation für</a:t>
            </a:r>
            <a:br>
              <a:rPr lang="de-DE" dirty="0">
                <a:solidFill>
                  <a:prstClr val="black"/>
                </a:solidFill>
              </a:rPr>
            </a:br>
            <a:r>
              <a:rPr lang="de-DE" dirty="0" err="1">
                <a:solidFill>
                  <a:prstClr val="black"/>
                </a:solidFill>
              </a:rPr>
              <a:t>ggf._Logo</a:t>
            </a:r>
            <a:r>
              <a:rPr lang="de-DE" dirty="0">
                <a:solidFill>
                  <a:prstClr val="black"/>
                </a:solidFill>
              </a:rPr>
              <a:t>/löschen</a:t>
            </a:r>
          </a:p>
        </p:txBody>
      </p:sp>
      <p:sp>
        <p:nvSpPr>
          <p:cNvPr id="11" name="Text Placeholder 2">
            <a:extLst>
              <a:ext uri="{FF2B5EF4-FFF2-40B4-BE49-F238E27FC236}">
                <a16:creationId xmlns:a16="http://schemas.microsoft.com/office/drawing/2014/main" id="{3774F073-879E-709F-1A2B-5F82280416C2}"/>
              </a:ext>
            </a:extLst>
          </p:cNvPr>
          <p:cNvSpPr>
            <a:spLocks noGrp="1"/>
          </p:cNvSpPr>
          <p:nvPr>
            <p:ph type="body" sz="quarter" idx="16" hasCustomPrompt="1"/>
          </p:nvPr>
        </p:nvSpPr>
        <p:spPr>
          <a:xfrm>
            <a:off x="684700" y="6156551"/>
            <a:ext cx="9324000" cy="504000"/>
          </a:xfrm>
        </p:spPr>
        <p:txBody>
          <a:bodyPr/>
          <a:lstStyle>
            <a:lvl1pPr marL="0" indent="0" rtl="0">
              <a:buNone/>
              <a:defRPr sz="1600" b="1"/>
            </a:lvl1pPr>
          </a:lstStyle>
          <a:p>
            <a:pPr>
              <a:spcBef>
                <a:spcPts val="500"/>
              </a:spcBef>
            </a:pPr>
            <a:r>
              <a:rPr lang="de-DE" dirty="0"/>
              <a:t>Frankfurt am Main</a:t>
            </a:r>
            <a:br>
              <a:rPr lang="de-DE" dirty="0"/>
            </a:br>
            <a:r>
              <a:rPr lang="de-DE" dirty="0"/>
              <a:t>T. MMMM 2024</a:t>
            </a:r>
          </a:p>
        </p:txBody>
      </p:sp>
      <p:sp>
        <p:nvSpPr>
          <p:cNvPr id="12" name="Textfeld 11">
            <a:extLst>
              <a:ext uri="{FF2B5EF4-FFF2-40B4-BE49-F238E27FC236}">
                <a16:creationId xmlns:a16="http://schemas.microsoft.com/office/drawing/2014/main" id="{18E3ED18-0862-E6C3-0C30-317000647D5E}"/>
              </a:ext>
            </a:extLst>
          </p:cNvPr>
          <p:cNvSpPr txBox="1"/>
          <p:nvPr userDrawn="1"/>
        </p:nvSpPr>
        <p:spPr>
          <a:xfrm>
            <a:off x="381619" y="7128798"/>
            <a:ext cx="118622" cy="123111"/>
          </a:xfrm>
          <a:prstGeom prst="rect">
            <a:avLst/>
          </a:prstGeom>
          <a:noFill/>
          <a:ln>
            <a:noFill/>
          </a:ln>
          <a:effectLst/>
        </p:spPr>
        <p:txBody>
          <a:bodyPr wrap="none" lIns="0" tIns="0" rIns="0" bIns="0" anchor="b" anchorCtr="0">
            <a:spAutoFit/>
          </a:bodyPr>
          <a:lstStyle>
            <a:defPPr>
              <a:defRPr lang="de-DE"/>
            </a:defPPr>
            <a:lvl1pPr defTabSz="863294" eaLnBrk="0" fontAlgn="base" hangingPunct="0">
              <a:spcBef>
                <a:spcPct val="0"/>
              </a:spcBef>
              <a:spcAft>
                <a:spcPct val="0"/>
              </a:spcAft>
              <a:buSzPct val="95000"/>
              <a:defRPr sz="800" baseline="0">
                <a:solidFill>
                  <a:schemeClr val="bg2"/>
                </a:solidFill>
                <a:latin typeface="Univers for Metzler Light" pitchFamily="34" charset="0"/>
              </a:defRPr>
            </a:lvl1pPr>
          </a:lstStyle>
          <a:p>
            <a:pPr rtl="0"/>
            <a:fld id="{69DC22A3-4BBA-427E-990E-76363AFABCED}" type="slidenum">
              <a:rPr lang="de-DE" sz="800" kern="0" smtClean="0">
                <a:solidFill>
                  <a:schemeClr val="tx1"/>
                </a:solidFill>
                <a:latin typeface="+mj-lt"/>
              </a:rPr>
              <a:pPr rtl="0"/>
              <a:t>‹#›</a:t>
            </a:fld>
            <a:endParaRPr lang="de-DE" sz="800" kern="0" dirty="0">
              <a:solidFill>
                <a:schemeClr val="tx1"/>
              </a:solidFill>
              <a:latin typeface="+mj-lt"/>
            </a:endParaRPr>
          </a:p>
        </p:txBody>
      </p:sp>
    </p:spTree>
    <p:extLst>
      <p:ext uri="{BB962C8B-B14F-4D97-AF65-F5344CB8AC3E}">
        <p14:creationId xmlns:p14="http://schemas.microsoft.com/office/powerpoint/2010/main" val="3212569509"/>
      </p:ext>
    </p:extLst>
  </p:cSld>
  <p:clrMapOvr>
    <a:masterClrMapping/>
  </p:clrMapOvr>
  <p:hf hdr="0"/>
  <p:extLst>
    <p:ext uri="{DCECCB84-F9BA-43D5-87BE-67443E8EF086}">
      <p15:sldGuideLst xmlns:p15="http://schemas.microsoft.com/office/powerpoint/2012/main">
        <p15:guide id="1" orient="horz" pos="2381">
          <p15:clr>
            <a:srgbClr val="FBAE40"/>
          </p15:clr>
        </p15:guide>
        <p15:guide id="2" pos="3368">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Agenda">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F1C39F08-D528-EBDC-902D-E06DB65328B7}"/>
              </a:ext>
            </a:extLst>
          </p:cNvPr>
          <p:cNvGraphicFramePr>
            <a:graphicFrameLocks noChangeAspect="1"/>
          </p:cNvGraphicFramePr>
          <p:nvPr userDrawn="1">
            <p:custDataLst>
              <p:tags r:id="rId1"/>
            </p:custDataLst>
            <p:extLst>
              <p:ext uri="{D42A27DB-BD31-4B8C-83A1-F6EECF244321}">
                <p14:modId xmlns:p14="http://schemas.microsoft.com/office/powerpoint/2010/main" val="402865940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9" name="Textplatzhalter 6"/>
          <p:cNvSpPr>
            <a:spLocks noGrp="1"/>
          </p:cNvSpPr>
          <p:nvPr>
            <p:ph type="body" sz="quarter" idx="14" hasCustomPrompt="1"/>
          </p:nvPr>
        </p:nvSpPr>
        <p:spPr>
          <a:xfrm>
            <a:off x="1674292" y="1767015"/>
            <a:ext cx="7252045" cy="4898897"/>
          </a:xfrm>
        </p:spPr>
        <p:txBody>
          <a:bodyPr/>
          <a:lstStyle>
            <a:lvl1pPr marL="0" marR="0" indent="0" algn="l" defTabSz="1043056" rtl="0" eaLnBrk="1" fontAlgn="auto" latinLnBrk="0" hangingPunct="1">
              <a:lnSpc>
                <a:spcPct val="250000"/>
              </a:lnSpc>
              <a:spcBef>
                <a:spcPts val="0"/>
              </a:spcBef>
              <a:spcAft>
                <a:spcPts val="600"/>
              </a:spcAft>
              <a:buClr>
                <a:schemeClr val="accent1"/>
              </a:buClr>
              <a:buSzTx/>
              <a:buFontTx/>
              <a:buNone/>
              <a:tabLst/>
              <a:defRPr lang="de-DE" sz="1400" b="1" kern="1200" dirty="0" smtClean="0">
                <a:solidFill>
                  <a:srgbClr val="003D7C"/>
                </a:solidFill>
                <a:latin typeface="+mn-lt"/>
                <a:ea typeface="+mn-ea"/>
                <a:cs typeface="+mn-cs"/>
              </a:defRPr>
            </a:lvl1pPr>
          </a:lstStyle>
          <a:p>
            <a:pPr lvl="0"/>
            <a:r>
              <a:rPr lang="de-DE" dirty="0"/>
              <a:t>Textmasterformat bearbeiten</a:t>
            </a:r>
          </a:p>
          <a:p>
            <a:pPr lvl="0"/>
            <a:r>
              <a:rPr lang="de-DE" dirty="0"/>
              <a:t>Textmasterformat bearbeiten</a:t>
            </a:r>
          </a:p>
          <a:p>
            <a:pPr lvl="0"/>
            <a:r>
              <a:rPr lang="de-DE" dirty="0"/>
              <a:t>Textmasterformat bearbeiten</a:t>
            </a:r>
          </a:p>
          <a:p>
            <a:pPr lvl="0"/>
            <a:r>
              <a:rPr lang="de-DE" dirty="0"/>
              <a:t>Textmasterformat bearbeiten</a:t>
            </a:r>
          </a:p>
          <a:p>
            <a:pPr lvl="0"/>
            <a:r>
              <a:rPr lang="de-DE" dirty="0"/>
              <a:t>Textmasterformat bearbeiten</a:t>
            </a:r>
          </a:p>
          <a:p>
            <a:pPr lvl="0"/>
            <a:r>
              <a:rPr lang="de-DE" dirty="0"/>
              <a:t>Textmasterformat bearbeiten</a:t>
            </a:r>
          </a:p>
          <a:p>
            <a:pPr lvl="0"/>
            <a:r>
              <a:rPr lang="de-DE" dirty="0"/>
              <a:t>Textmasterformat bearbeiten</a:t>
            </a:r>
          </a:p>
        </p:txBody>
      </p:sp>
      <p:sp>
        <p:nvSpPr>
          <p:cNvPr id="20" name="Textplatzhalter 8"/>
          <p:cNvSpPr>
            <a:spLocks noGrp="1"/>
          </p:cNvSpPr>
          <p:nvPr>
            <p:ph type="body" sz="quarter" idx="15" hasCustomPrompt="1"/>
          </p:nvPr>
        </p:nvSpPr>
        <p:spPr>
          <a:xfrm>
            <a:off x="897413" y="1910989"/>
            <a:ext cx="469900" cy="380480"/>
          </a:xfrm>
          <a:solidFill>
            <a:srgbClr val="003D7C"/>
          </a:solidFill>
        </p:spPr>
        <p:txBody>
          <a:bodyPr vert="horz" wrap="square" lIns="36000" tIns="36000" rIns="36000" bIns="36000" rtlCol="0" anchor="t" anchorCtr="0">
            <a:spAutoFit/>
          </a:bodyPr>
          <a:lstStyle>
            <a:lvl1pPr marL="391146" indent="-391146" algn="ctr" rtl="0">
              <a:buFontTx/>
              <a:buNone/>
              <a:defRPr lang="de-DE" sz="2000" b="1" dirty="0" smtClean="0">
                <a:solidFill>
                  <a:schemeClr val="bg1"/>
                </a:solidFill>
                <a:latin typeface="+mj-lt"/>
                <a:ea typeface="+mj-ea"/>
                <a:cs typeface="+mj-cs"/>
              </a:defRPr>
            </a:lvl1pPr>
            <a:lvl2pPr>
              <a:defRPr lang="de-DE" sz="1600" b="1" dirty="0" smtClean="0"/>
            </a:lvl2pPr>
            <a:lvl3pPr>
              <a:defRPr lang="de-DE" sz="1600" b="1" dirty="0" smtClean="0"/>
            </a:lvl3pPr>
            <a:lvl4pPr>
              <a:defRPr lang="de-DE" sz="1600" b="1" dirty="0" smtClean="0"/>
            </a:lvl4pPr>
            <a:lvl5pPr>
              <a:defRPr lang="de-DE" sz="1600" b="1" dirty="0"/>
            </a:lvl5pPr>
          </a:lstStyle>
          <a:p>
            <a:pPr marL="0" lvl="0" indent="0" algn="ctr">
              <a:spcBef>
                <a:spcPct val="0"/>
              </a:spcBef>
            </a:pPr>
            <a:r>
              <a:rPr lang="de-DE" dirty="0"/>
              <a:t>1</a:t>
            </a:r>
          </a:p>
        </p:txBody>
      </p:sp>
      <p:sp>
        <p:nvSpPr>
          <p:cNvPr id="16" name="Titel 1"/>
          <p:cNvSpPr>
            <a:spLocks noGrp="1"/>
          </p:cNvSpPr>
          <p:nvPr>
            <p:ph type="title" hasCustomPrompt="1"/>
          </p:nvPr>
        </p:nvSpPr>
        <p:spPr>
          <a:xfrm>
            <a:off x="381618" y="450279"/>
            <a:ext cx="9936000" cy="720000"/>
          </a:xfrm>
        </p:spPr>
        <p:txBody>
          <a:bodyPr vert="horz"/>
          <a:lstStyle>
            <a:lvl1pPr rtl="0">
              <a:defRPr sz="2000" b="1">
                <a:solidFill>
                  <a:schemeClr val="tx1"/>
                </a:solidFill>
                <a:latin typeface="Univers for Metzler" panose="020B0503030202020203" pitchFamily="34" charset="0"/>
              </a:defRPr>
            </a:lvl1pPr>
          </a:lstStyle>
          <a:p>
            <a:r>
              <a:rPr lang="de-DE" dirty="0"/>
              <a:t>Agenda</a:t>
            </a:r>
          </a:p>
        </p:txBody>
      </p:sp>
      <p:sp>
        <p:nvSpPr>
          <p:cNvPr id="13" name="Textplatzhalter 8"/>
          <p:cNvSpPr>
            <a:spLocks noGrp="1"/>
          </p:cNvSpPr>
          <p:nvPr>
            <p:ph type="body" sz="quarter" idx="22" hasCustomPrompt="1"/>
          </p:nvPr>
        </p:nvSpPr>
        <p:spPr>
          <a:xfrm>
            <a:off x="897413" y="2519543"/>
            <a:ext cx="469900" cy="380480"/>
          </a:xfrm>
          <a:solidFill>
            <a:srgbClr val="003D7C"/>
          </a:solidFill>
        </p:spPr>
        <p:txBody>
          <a:bodyPr vert="horz" wrap="square" lIns="36000" tIns="36000" rIns="36000" bIns="36000" rtlCol="0" anchor="t" anchorCtr="0">
            <a:spAutoFit/>
          </a:bodyPr>
          <a:lstStyle>
            <a:lvl1pPr marL="391146" indent="-391146" algn="ctr" rtl="0">
              <a:buFontTx/>
              <a:buNone/>
              <a:defRPr lang="de-DE" sz="2000" b="1" dirty="0" smtClean="0">
                <a:solidFill>
                  <a:schemeClr val="bg1"/>
                </a:solidFill>
                <a:latin typeface="+mj-lt"/>
                <a:ea typeface="+mj-ea"/>
                <a:cs typeface="+mj-cs"/>
              </a:defRPr>
            </a:lvl1pPr>
            <a:lvl2pPr>
              <a:defRPr lang="de-DE" sz="1600" b="1" dirty="0" smtClean="0"/>
            </a:lvl2pPr>
            <a:lvl3pPr>
              <a:defRPr lang="de-DE" sz="1600" b="1" dirty="0" smtClean="0"/>
            </a:lvl3pPr>
            <a:lvl4pPr>
              <a:defRPr lang="de-DE" sz="1600" b="1" dirty="0" smtClean="0"/>
            </a:lvl4pPr>
            <a:lvl5pPr>
              <a:defRPr lang="de-DE" sz="1600" b="1" dirty="0"/>
            </a:lvl5pPr>
          </a:lstStyle>
          <a:p>
            <a:pPr marL="0" lvl="0" indent="0" algn="ctr">
              <a:spcBef>
                <a:spcPct val="0"/>
              </a:spcBef>
            </a:pPr>
            <a:r>
              <a:rPr lang="de-DE" dirty="0"/>
              <a:t>2</a:t>
            </a:r>
          </a:p>
        </p:txBody>
      </p:sp>
      <p:sp>
        <p:nvSpPr>
          <p:cNvPr id="14" name="Textplatzhalter 8"/>
          <p:cNvSpPr>
            <a:spLocks noGrp="1"/>
          </p:cNvSpPr>
          <p:nvPr>
            <p:ph type="body" sz="quarter" idx="23" hasCustomPrompt="1"/>
          </p:nvPr>
        </p:nvSpPr>
        <p:spPr>
          <a:xfrm>
            <a:off x="897413" y="3128097"/>
            <a:ext cx="469900" cy="380480"/>
          </a:xfrm>
          <a:solidFill>
            <a:srgbClr val="003D7C"/>
          </a:solidFill>
        </p:spPr>
        <p:txBody>
          <a:bodyPr vert="horz" wrap="square" lIns="36000" tIns="36000" rIns="36000" bIns="36000" rtlCol="0" anchor="t" anchorCtr="0">
            <a:spAutoFit/>
          </a:bodyPr>
          <a:lstStyle>
            <a:lvl1pPr marL="391146" indent="-391146" algn="ctr" rtl="0">
              <a:buFontTx/>
              <a:buNone/>
              <a:defRPr lang="de-DE" sz="2000" b="1" dirty="0" smtClean="0">
                <a:solidFill>
                  <a:schemeClr val="bg1"/>
                </a:solidFill>
                <a:latin typeface="+mj-lt"/>
                <a:ea typeface="+mj-ea"/>
                <a:cs typeface="+mj-cs"/>
              </a:defRPr>
            </a:lvl1pPr>
            <a:lvl2pPr>
              <a:defRPr lang="de-DE" sz="1600" b="1" dirty="0" smtClean="0"/>
            </a:lvl2pPr>
            <a:lvl3pPr>
              <a:defRPr lang="de-DE" sz="1600" b="1" dirty="0" smtClean="0"/>
            </a:lvl3pPr>
            <a:lvl4pPr>
              <a:defRPr lang="de-DE" sz="1600" b="1" dirty="0" smtClean="0"/>
            </a:lvl4pPr>
            <a:lvl5pPr>
              <a:defRPr lang="de-DE" sz="1600" b="1" dirty="0"/>
            </a:lvl5pPr>
          </a:lstStyle>
          <a:p>
            <a:pPr marL="0" lvl="0" indent="0" algn="ctr">
              <a:spcBef>
                <a:spcPct val="0"/>
              </a:spcBef>
            </a:pPr>
            <a:r>
              <a:rPr lang="de-DE" dirty="0"/>
              <a:t>3</a:t>
            </a:r>
          </a:p>
        </p:txBody>
      </p:sp>
      <p:sp>
        <p:nvSpPr>
          <p:cNvPr id="17" name="Textplatzhalter 8"/>
          <p:cNvSpPr>
            <a:spLocks noGrp="1"/>
          </p:cNvSpPr>
          <p:nvPr>
            <p:ph type="body" sz="quarter" idx="24" hasCustomPrompt="1"/>
          </p:nvPr>
        </p:nvSpPr>
        <p:spPr>
          <a:xfrm>
            <a:off x="897413" y="3736651"/>
            <a:ext cx="469900" cy="380480"/>
          </a:xfrm>
          <a:solidFill>
            <a:srgbClr val="003D7C"/>
          </a:solidFill>
        </p:spPr>
        <p:txBody>
          <a:bodyPr vert="horz" wrap="square" lIns="36000" tIns="36000" rIns="36000" bIns="36000" rtlCol="0" anchor="t" anchorCtr="0">
            <a:spAutoFit/>
          </a:bodyPr>
          <a:lstStyle>
            <a:lvl1pPr marL="391146" indent="-391146" algn="ctr" rtl="0">
              <a:buFontTx/>
              <a:buNone/>
              <a:defRPr lang="de-DE" sz="2000" b="1" dirty="0" smtClean="0">
                <a:solidFill>
                  <a:schemeClr val="bg1"/>
                </a:solidFill>
                <a:latin typeface="+mj-lt"/>
                <a:ea typeface="+mj-ea"/>
                <a:cs typeface="+mj-cs"/>
              </a:defRPr>
            </a:lvl1pPr>
            <a:lvl2pPr>
              <a:defRPr lang="de-DE" sz="1600" b="1" dirty="0" smtClean="0"/>
            </a:lvl2pPr>
            <a:lvl3pPr>
              <a:defRPr lang="de-DE" sz="1600" b="1" dirty="0" smtClean="0"/>
            </a:lvl3pPr>
            <a:lvl4pPr>
              <a:defRPr lang="de-DE" sz="1600" b="1" dirty="0" smtClean="0"/>
            </a:lvl4pPr>
            <a:lvl5pPr>
              <a:defRPr lang="de-DE" sz="1600" b="1" dirty="0"/>
            </a:lvl5pPr>
          </a:lstStyle>
          <a:p>
            <a:pPr marL="0" lvl="0" indent="0" algn="ctr">
              <a:spcBef>
                <a:spcPct val="0"/>
              </a:spcBef>
            </a:pPr>
            <a:r>
              <a:rPr lang="de-DE" dirty="0"/>
              <a:t>4</a:t>
            </a:r>
          </a:p>
        </p:txBody>
      </p:sp>
      <p:sp>
        <p:nvSpPr>
          <p:cNvPr id="18" name="Textplatzhalter 8"/>
          <p:cNvSpPr>
            <a:spLocks noGrp="1"/>
          </p:cNvSpPr>
          <p:nvPr>
            <p:ph type="body" sz="quarter" idx="25" hasCustomPrompt="1"/>
          </p:nvPr>
        </p:nvSpPr>
        <p:spPr>
          <a:xfrm>
            <a:off x="897413" y="4345205"/>
            <a:ext cx="469900" cy="380480"/>
          </a:xfrm>
          <a:solidFill>
            <a:srgbClr val="003D7C"/>
          </a:solidFill>
        </p:spPr>
        <p:txBody>
          <a:bodyPr vert="horz" wrap="square" lIns="36000" tIns="36000" rIns="36000" bIns="36000" rtlCol="0" anchor="t" anchorCtr="0">
            <a:spAutoFit/>
          </a:bodyPr>
          <a:lstStyle>
            <a:lvl1pPr marL="391146" indent="-391146" algn="ctr" rtl="0">
              <a:buFontTx/>
              <a:buNone/>
              <a:defRPr lang="de-DE" sz="2000" b="1" dirty="0" smtClean="0">
                <a:solidFill>
                  <a:schemeClr val="bg1"/>
                </a:solidFill>
                <a:latin typeface="+mj-lt"/>
                <a:ea typeface="+mj-ea"/>
                <a:cs typeface="+mj-cs"/>
              </a:defRPr>
            </a:lvl1pPr>
            <a:lvl2pPr>
              <a:defRPr lang="de-DE" sz="1600" b="1" dirty="0" smtClean="0"/>
            </a:lvl2pPr>
            <a:lvl3pPr>
              <a:defRPr lang="de-DE" sz="1600" b="1" dirty="0" smtClean="0"/>
            </a:lvl3pPr>
            <a:lvl4pPr>
              <a:defRPr lang="de-DE" sz="1600" b="1" dirty="0" smtClean="0"/>
            </a:lvl4pPr>
            <a:lvl5pPr>
              <a:defRPr lang="de-DE" sz="1600" b="1" dirty="0"/>
            </a:lvl5pPr>
          </a:lstStyle>
          <a:p>
            <a:pPr marL="0" lvl="0" indent="0" algn="ctr">
              <a:spcBef>
                <a:spcPct val="0"/>
              </a:spcBef>
            </a:pPr>
            <a:r>
              <a:rPr lang="de-DE" dirty="0"/>
              <a:t>5</a:t>
            </a:r>
          </a:p>
        </p:txBody>
      </p:sp>
      <p:sp>
        <p:nvSpPr>
          <p:cNvPr id="28" name="Textplatzhalter 8"/>
          <p:cNvSpPr>
            <a:spLocks noGrp="1"/>
          </p:cNvSpPr>
          <p:nvPr>
            <p:ph type="body" sz="quarter" idx="26" hasCustomPrompt="1"/>
          </p:nvPr>
        </p:nvSpPr>
        <p:spPr>
          <a:xfrm>
            <a:off x="897413" y="4953759"/>
            <a:ext cx="469900" cy="380480"/>
          </a:xfrm>
          <a:solidFill>
            <a:srgbClr val="003D7C"/>
          </a:solidFill>
        </p:spPr>
        <p:txBody>
          <a:bodyPr vert="horz" wrap="square" lIns="36000" tIns="36000" rIns="36000" bIns="36000" rtlCol="0" anchor="t" anchorCtr="0">
            <a:spAutoFit/>
          </a:bodyPr>
          <a:lstStyle>
            <a:lvl1pPr marL="391146" indent="-391146" algn="ctr" rtl="0">
              <a:buFontTx/>
              <a:buNone/>
              <a:defRPr lang="de-DE" sz="2000" b="1" dirty="0" smtClean="0">
                <a:solidFill>
                  <a:schemeClr val="bg1"/>
                </a:solidFill>
                <a:latin typeface="+mj-lt"/>
                <a:ea typeface="+mj-ea"/>
                <a:cs typeface="+mj-cs"/>
              </a:defRPr>
            </a:lvl1pPr>
            <a:lvl2pPr>
              <a:defRPr lang="de-DE" sz="1600" b="1" dirty="0" smtClean="0"/>
            </a:lvl2pPr>
            <a:lvl3pPr>
              <a:defRPr lang="de-DE" sz="1600" b="1" dirty="0" smtClean="0"/>
            </a:lvl3pPr>
            <a:lvl4pPr>
              <a:defRPr lang="de-DE" sz="1600" b="1" dirty="0" smtClean="0"/>
            </a:lvl4pPr>
            <a:lvl5pPr>
              <a:defRPr lang="de-DE" sz="1600" b="1" dirty="0"/>
            </a:lvl5pPr>
          </a:lstStyle>
          <a:p>
            <a:pPr marL="0" lvl="0" indent="0" algn="ctr">
              <a:spcBef>
                <a:spcPct val="0"/>
              </a:spcBef>
            </a:pPr>
            <a:r>
              <a:rPr lang="de-DE" dirty="0"/>
              <a:t>6</a:t>
            </a:r>
          </a:p>
        </p:txBody>
      </p:sp>
      <p:sp>
        <p:nvSpPr>
          <p:cNvPr id="29" name="Textplatzhalter 8"/>
          <p:cNvSpPr>
            <a:spLocks noGrp="1"/>
          </p:cNvSpPr>
          <p:nvPr>
            <p:ph type="body" sz="quarter" idx="27" hasCustomPrompt="1"/>
          </p:nvPr>
        </p:nvSpPr>
        <p:spPr>
          <a:xfrm>
            <a:off x="897413" y="5562315"/>
            <a:ext cx="469900" cy="380480"/>
          </a:xfrm>
          <a:solidFill>
            <a:srgbClr val="003D7C"/>
          </a:solidFill>
        </p:spPr>
        <p:txBody>
          <a:bodyPr vert="horz" wrap="square" lIns="36000" tIns="36000" rIns="36000" bIns="36000" rtlCol="0" anchor="t" anchorCtr="0">
            <a:spAutoFit/>
          </a:bodyPr>
          <a:lstStyle>
            <a:lvl1pPr marL="391146" indent="-391146" algn="ctr" rtl="0">
              <a:buFontTx/>
              <a:buNone/>
              <a:defRPr lang="de-DE" sz="2000" b="1" dirty="0" smtClean="0">
                <a:solidFill>
                  <a:schemeClr val="bg1"/>
                </a:solidFill>
                <a:latin typeface="+mj-lt"/>
                <a:ea typeface="+mj-ea"/>
                <a:cs typeface="+mj-cs"/>
              </a:defRPr>
            </a:lvl1pPr>
            <a:lvl2pPr>
              <a:defRPr lang="de-DE" sz="1600" b="1" dirty="0" smtClean="0"/>
            </a:lvl2pPr>
            <a:lvl3pPr>
              <a:defRPr lang="de-DE" sz="1600" b="1" dirty="0" smtClean="0"/>
            </a:lvl3pPr>
            <a:lvl4pPr>
              <a:defRPr lang="de-DE" sz="1600" b="1" dirty="0" smtClean="0"/>
            </a:lvl4pPr>
            <a:lvl5pPr>
              <a:defRPr lang="de-DE" sz="1600" b="1" dirty="0"/>
            </a:lvl5pPr>
          </a:lstStyle>
          <a:p>
            <a:pPr marL="0" lvl="0" indent="0" algn="ctr">
              <a:spcBef>
                <a:spcPct val="0"/>
              </a:spcBef>
            </a:pPr>
            <a:r>
              <a:rPr lang="de-DE" dirty="0"/>
              <a:t>7</a:t>
            </a:r>
          </a:p>
        </p:txBody>
      </p:sp>
      <p:sp>
        <p:nvSpPr>
          <p:cNvPr id="21" name="Line 58"/>
          <p:cNvSpPr>
            <a:spLocks noChangeShapeType="1"/>
          </p:cNvSpPr>
          <p:nvPr userDrawn="1"/>
        </p:nvSpPr>
        <p:spPr bwMode="auto">
          <a:xfrm>
            <a:off x="378700" y="1166665"/>
            <a:ext cx="9936000" cy="0"/>
          </a:xfrm>
          <a:prstGeom prst="line">
            <a:avLst/>
          </a:prstGeom>
          <a:noFill/>
          <a:ln w="19050" cap="flat">
            <a:solidFill>
              <a:srgbClr val="003D7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190" tIns="57095" rIns="114190" bIns="57095"/>
          <a:lstStyle/>
          <a:p>
            <a:pPr defTabSz="1042688" rtl="0"/>
            <a:endParaRPr lang="de-DE" sz="800" kern="0" dirty="0">
              <a:solidFill>
                <a:prstClr val="black"/>
              </a:solidFill>
            </a:endParaRPr>
          </a:p>
        </p:txBody>
      </p:sp>
    </p:spTree>
    <p:extLst>
      <p:ext uri="{BB962C8B-B14F-4D97-AF65-F5344CB8AC3E}">
        <p14:creationId xmlns:p14="http://schemas.microsoft.com/office/powerpoint/2010/main" val="19476771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6352DEF3-6B67-89F5-A6B2-A60B75A37259}"/>
              </a:ext>
            </a:extLst>
          </p:cNvPr>
          <p:cNvGraphicFramePr>
            <a:graphicFrameLocks noChangeAspect="1"/>
          </p:cNvGraphicFramePr>
          <p:nvPr userDrawn="1">
            <p:custDataLst>
              <p:tags r:id="rId1"/>
            </p:custDataLst>
            <p:extLst>
              <p:ext uri="{D42A27DB-BD31-4B8C-83A1-F6EECF244321}">
                <p14:modId xmlns:p14="http://schemas.microsoft.com/office/powerpoint/2010/main" val="27817313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Line 825"/>
          <p:cNvSpPr>
            <a:spLocks noChangeShapeType="1"/>
          </p:cNvSpPr>
          <p:nvPr userDrawn="1"/>
        </p:nvSpPr>
        <p:spPr bwMode="auto">
          <a:xfrm>
            <a:off x="381619" y="3240000"/>
            <a:ext cx="9936000" cy="0"/>
          </a:xfrm>
          <a:prstGeom prst="line">
            <a:avLst/>
          </a:prstGeom>
          <a:noFill/>
          <a:ln w="28575">
            <a:solidFill>
              <a:srgbClr val="003D7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rtl="0"/>
            <a:endParaRPr lang="de-DE" dirty="0"/>
          </a:p>
        </p:txBody>
      </p:sp>
      <p:sp>
        <p:nvSpPr>
          <p:cNvPr id="7" name="Textplatzhalter 8"/>
          <p:cNvSpPr>
            <a:spLocks noGrp="1"/>
          </p:cNvSpPr>
          <p:nvPr>
            <p:ph type="body" sz="quarter" idx="11"/>
          </p:nvPr>
        </p:nvSpPr>
        <p:spPr>
          <a:xfrm>
            <a:off x="381618" y="3616322"/>
            <a:ext cx="9375156" cy="2525713"/>
          </a:xfrm>
        </p:spPr>
        <p:txBody>
          <a:bodyPr/>
          <a:lstStyle>
            <a:lvl1pPr marL="723900" indent="-723900" rtl="0">
              <a:defRPr sz="2200" b="1">
                <a:solidFill>
                  <a:srgbClr val="003D7C"/>
                </a:solidFill>
              </a:defRPr>
            </a:lvl1pPr>
            <a:lvl2pPr marL="1079500" indent="-355600" rtl="0">
              <a:spcBef>
                <a:spcPts val="1200"/>
              </a:spcBef>
              <a:defRPr sz="2200" b="1">
                <a:solidFill>
                  <a:srgbClr val="003D7C"/>
                </a:solidFill>
              </a:defRPr>
            </a:lvl2pPr>
            <a:lvl3pPr marL="1346200" indent="-266700" rtl="0">
              <a:spcBef>
                <a:spcPts val="1200"/>
              </a:spcBef>
              <a:buClr>
                <a:srgbClr val="003D7C"/>
              </a:buClr>
              <a:defRPr sz="2200" b="1">
                <a:solidFill>
                  <a:srgbClr val="003D7C"/>
                </a:solidFill>
              </a:defRPr>
            </a:lvl3pPr>
            <a:lvl4pPr>
              <a:defRPr sz="2200" b="1">
                <a:solidFill>
                  <a:schemeClr val="accent1"/>
                </a:solidFill>
              </a:defRPr>
            </a:lvl4pPr>
            <a:lvl5pPr>
              <a:defRPr sz="2200" b="1">
                <a:solidFill>
                  <a:schemeClr val="accent1"/>
                </a:solidFill>
              </a:defRPr>
            </a:lvl5pPr>
          </a:lstStyle>
          <a:p>
            <a:pPr lvl="0"/>
            <a:r>
              <a:rPr lang="de-DE"/>
              <a:t>Click to edit Master text styles</a:t>
            </a:r>
          </a:p>
          <a:p>
            <a:pPr lvl="1"/>
            <a:r>
              <a:rPr lang="de-DE"/>
              <a:t>Second level</a:t>
            </a:r>
          </a:p>
          <a:p>
            <a:pPr lvl="2"/>
            <a:r>
              <a:rPr lang="de-DE"/>
              <a:t>Third level</a:t>
            </a:r>
            <a:endParaRPr lang="de-DE" dirty="0"/>
          </a:p>
        </p:txBody>
      </p:sp>
      <p:sp>
        <p:nvSpPr>
          <p:cNvPr id="8" name="Textplatzhalter 12"/>
          <p:cNvSpPr>
            <a:spLocks noGrp="1"/>
          </p:cNvSpPr>
          <p:nvPr>
            <p:ph type="body" sz="quarter" idx="10" hasCustomPrompt="1"/>
          </p:nvPr>
        </p:nvSpPr>
        <p:spPr>
          <a:xfrm>
            <a:off x="381618" y="3582988"/>
            <a:ext cx="483640" cy="411257"/>
          </a:xfrm>
          <a:solidFill>
            <a:srgbClr val="003D7C"/>
          </a:solidFill>
        </p:spPr>
        <p:txBody>
          <a:bodyPr vert="horz" wrap="none" lIns="72000" tIns="36000" rIns="72000" bIns="36000" rtlCol="0" anchor="t" anchorCtr="0">
            <a:noAutofit/>
          </a:bodyPr>
          <a:lstStyle>
            <a:lvl1pPr marL="0" indent="0" algn="ctr" rtl="0">
              <a:buFontTx/>
              <a:buNone/>
              <a:defRPr lang="de-DE" sz="2200" b="1" dirty="0" smtClean="0">
                <a:solidFill>
                  <a:schemeClr val="bg1"/>
                </a:solidFill>
                <a:latin typeface="+mj-lt"/>
                <a:ea typeface="+mj-ea"/>
                <a:cs typeface="+mj-cs"/>
              </a:defRPr>
            </a:lvl1pPr>
            <a:lvl2pPr marL="195573" indent="0">
              <a:buFontTx/>
              <a:buNone/>
              <a:defRPr lang="de-DE" sz="2100" dirty="0" smtClean="0"/>
            </a:lvl2pPr>
            <a:lvl3pPr marL="782292" indent="0">
              <a:buFontTx/>
              <a:buNone/>
              <a:defRPr lang="de-DE" sz="2100" dirty="0" smtClean="0"/>
            </a:lvl3pPr>
            <a:lvl4pPr marL="1303820" indent="0">
              <a:buFontTx/>
              <a:buNone/>
              <a:defRPr lang="de-DE" sz="2100" dirty="0" smtClean="0"/>
            </a:lvl4pPr>
            <a:lvl5pPr marL="1825348" indent="0">
              <a:buFontTx/>
              <a:buNone/>
              <a:defRPr lang="de-DE" sz="2100" dirty="0"/>
            </a:lvl5pPr>
          </a:lstStyle>
          <a:p>
            <a:pPr marL="0" lvl="0" algn="ctr">
              <a:spcBef>
                <a:spcPct val="0"/>
              </a:spcBef>
              <a:buNone/>
            </a:pPr>
            <a:r>
              <a:rPr lang="de-DE" dirty="0" err="1"/>
              <a:t>Nr</a:t>
            </a:r>
            <a:endParaRPr lang="de-DE" dirty="0"/>
          </a:p>
        </p:txBody>
      </p:sp>
    </p:spTree>
    <p:extLst>
      <p:ext uri="{BB962C8B-B14F-4D97-AF65-F5344CB8AC3E}">
        <p14:creationId xmlns:p14="http://schemas.microsoft.com/office/powerpoint/2010/main" val="42179820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Inhalt_0">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C396DFFD-CA31-728C-5971-BE56A5C4986D}"/>
              </a:ext>
            </a:extLst>
          </p:cNvPr>
          <p:cNvGraphicFramePr>
            <a:graphicFrameLocks noChangeAspect="1"/>
          </p:cNvGraphicFramePr>
          <p:nvPr userDrawn="1">
            <p:custDataLst>
              <p:tags r:id="rId1"/>
            </p:custDataLst>
            <p:extLst>
              <p:ext uri="{D42A27DB-BD31-4B8C-83A1-F6EECF244321}">
                <p14:modId xmlns:p14="http://schemas.microsoft.com/office/powerpoint/2010/main" val="320070513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el 1"/>
          <p:cNvSpPr>
            <a:spLocks noGrp="1"/>
          </p:cNvSpPr>
          <p:nvPr>
            <p:ph type="title"/>
          </p:nvPr>
        </p:nvSpPr>
        <p:spPr>
          <a:xfrm>
            <a:off x="378700" y="450279"/>
            <a:ext cx="9936000" cy="720000"/>
          </a:xfrm>
        </p:spPr>
        <p:txBody>
          <a:bodyPr vert="horz"/>
          <a:lstStyle>
            <a:lvl1pPr rtl="0">
              <a:defRPr sz="2000" b="1">
                <a:solidFill>
                  <a:schemeClr val="tx1"/>
                </a:solidFill>
                <a:latin typeface="Univers for Metzler" panose="020B0503030202020203" pitchFamily="34" charset="0"/>
              </a:defRPr>
            </a:lvl1pPr>
          </a:lstStyle>
          <a:p>
            <a:r>
              <a:rPr lang="de-DE"/>
              <a:t>Click to edit Master title style</a:t>
            </a:r>
            <a:endParaRPr lang="de-DE" dirty="0"/>
          </a:p>
        </p:txBody>
      </p:sp>
      <p:sp>
        <p:nvSpPr>
          <p:cNvPr id="6" name="Textplatzhalter 5"/>
          <p:cNvSpPr>
            <a:spLocks noGrp="1"/>
          </p:cNvSpPr>
          <p:nvPr>
            <p:ph type="body" sz="quarter" idx="12" hasCustomPrompt="1"/>
          </p:nvPr>
        </p:nvSpPr>
        <p:spPr>
          <a:xfrm>
            <a:off x="378700" y="1243937"/>
            <a:ext cx="9936000" cy="271120"/>
          </a:xfrm>
        </p:spPr>
        <p:txBody>
          <a:bodyPr/>
          <a:lstStyle>
            <a:lvl1pPr marL="0" indent="0" rtl="0">
              <a:buNone/>
              <a:defRPr sz="1400" b="1">
                <a:solidFill>
                  <a:schemeClr val="tx2"/>
                </a:solidFill>
                <a:latin typeface="Univers for Metzler" panose="020B0503030202020203" pitchFamily="34" charset="0"/>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Untertitel</a:t>
            </a:r>
          </a:p>
        </p:txBody>
      </p:sp>
      <p:sp>
        <p:nvSpPr>
          <p:cNvPr id="7" name="Textplatzhalter 5"/>
          <p:cNvSpPr>
            <a:spLocks noGrp="1"/>
          </p:cNvSpPr>
          <p:nvPr>
            <p:ph type="body" sz="quarter" idx="13" hasCustomPrompt="1"/>
          </p:nvPr>
        </p:nvSpPr>
        <p:spPr>
          <a:xfrm>
            <a:off x="378700" y="233868"/>
            <a:ext cx="9936000" cy="216000"/>
          </a:xfrm>
        </p:spPr>
        <p:txBody>
          <a:bodyPr anchor="t" anchorCtr="0"/>
          <a:lstStyle>
            <a:lvl1pPr marL="0" indent="0" rtl="0">
              <a:buNone/>
              <a:defRPr sz="1000" b="0">
                <a:solidFill>
                  <a:schemeClr val="tx2"/>
                </a:solidFill>
                <a:latin typeface="Univers for Metzler" panose="020B0503030202020203" pitchFamily="34" charset="0"/>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Agenda</a:t>
            </a:r>
          </a:p>
        </p:txBody>
      </p:sp>
      <p:sp>
        <p:nvSpPr>
          <p:cNvPr id="8" name="Textplatzhalter 5"/>
          <p:cNvSpPr>
            <a:spLocks noGrp="1"/>
          </p:cNvSpPr>
          <p:nvPr>
            <p:ph type="body" sz="quarter" idx="14" hasCustomPrompt="1"/>
          </p:nvPr>
        </p:nvSpPr>
        <p:spPr>
          <a:xfrm>
            <a:off x="603250" y="7133281"/>
            <a:ext cx="7128000" cy="168344"/>
          </a:xfrm>
        </p:spPr>
        <p:txBody>
          <a:bodyPr/>
          <a:lstStyle>
            <a:lvl1pPr marL="0" indent="0" rtl="0">
              <a:buNone/>
              <a:defRPr sz="800" b="0">
                <a:solidFill>
                  <a:schemeClr val="tx1"/>
                </a:solidFill>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Quelle:</a:t>
            </a:r>
          </a:p>
        </p:txBody>
      </p:sp>
      <p:sp>
        <p:nvSpPr>
          <p:cNvPr id="9" name="Textplatzhalter 5"/>
          <p:cNvSpPr>
            <a:spLocks noGrp="1"/>
          </p:cNvSpPr>
          <p:nvPr>
            <p:ph type="body" sz="quarter" idx="15" hasCustomPrompt="1"/>
          </p:nvPr>
        </p:nvSpPr>
        <p:spPr>
          <a:xfrm>
            <a:off x="378700" y="6887665"/>
            <a:ext cx="7344000" cy="168344"/>
          </a:xfrm>
        </p:spPr>
        <p:txBody>
          <a:bodyPr bIns="36000" anchor="b" anchorCtr="0"/>
          <a:lstStyle>
            <a:lvl1pPr marL="0" indent="0" rtl="0">
              <a:buNone/>
              <a:defRPr sz="800" b="0">
                <a:solidFill>
                  <a:schemeClr val="tx1"/>
                </a:solidFill>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1) Anmerkung</a:t>
            </a:r>
          </a:p>
        </p:txBody>
      </p:sp>
      <p:sp>
        <p:nvSpPr>
          <p:cNvPr id="10" name="Line 58"/>
          <p:cNvSpPr>
            <a:spLocks noChangeShapeType="1"/>
          </p:cNvSpPr>
          <p:nvPr userDrawn="1"/>
        </p:nvSpPr>
        <p:spPr bwMode="auto">
          <a:xfrm>
            <a:off x="378700" y="1166665"/>
            <a:ext cx="9936000" cy="0"/>
          </a:xfrm>
          <a:prstGeom prst="line">
            <a:avLst/>
          </a:prstGeom>
          <a:noFill/>
          <a:ln w="19050" cap="flat">
            <a:solidFill>
              <a:srgbClr val="003D7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190" tIns="57095" rIns="114190" bIns="57095"/>
          <a:lstStyle/>
          <a:p>
            <a:pPr defTabSz="1042688" rtl="0"/>
            <a:endParaRPr lang="de-DE" sz="800" kern="0" dirty="0">
              <a:solidFill>
                <a:prstClr val="black"/>
              </a:solidFill>
            </a:endParaRPr>
          </a:p>
        </p:txBody>
      </p:sp>
    </p:spTree>
    <p:extLst>
      <p:ext uri="{BB962C8B-B14F-4D97-AF65-F5344CB8AC3E}">
        <p14:creationId xmlns:p14="http://schemas.microsoft.com/office/powerpoint/2010/main" val="2664411743"/>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Inhalt_0">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2F6F9CD0-12AA-28B0-2D46-3537E2180082}"/>
              </a:ext>
            </a:extLst>
          </p:cNvPr>
          <p:cNvGraphicFramePr>
            <a:graphicFrameLocks noChangeAspect="1"/>
          </p:cNvGraphicFramePr>
          <p:nvPr userDrawn="1">
            <p:custDataLst>
              <p:tags r:id="rId1"/>
            </p:custDataLst>
            <p:extLst>
              <p:ext uri="{D42A27DB-BD31-4B8C-83A1-F6EECF244321}">
                <p14:modId xmlns:p14="http://schemas.microsoft.com/office/powerpoint/2010/main" val="250850892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 name="Textplatzhalter 5"/>
          <p:cNvSpPr>
            <a:spLocks noGrp="1"/>
          </p:cNvSpPr>
          <p:nvPr>
            <p:ph type="body" sz="quarter" idx="16" hasCustomPrompt="1"/>
          </p:nvPr>
        </p:nvSpPr>
        <p:spPr>
          <a:xfrm>
            <a:off x="378700" y="1623075"/>
            <a:ext cx="4896000" cy="252000"/>
          </a:xfr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lvl1pPr marL="0" indent="0" rtl="0">
              <a:spcBef>
                <a:spcPts val="0"/>
              </a:spcBef>
              <a:buFont typeface="Arial" panose="020B0604020202020204" pitchFamily="34" charset="0"/>
              <a:buNone/>
              <a:defRPr lang="de-DE" sz="1000" b="1" dirty="0">
                <a:solidFill>
                  <a:schemeClr val="tx1"/>
                </a:solidFill>
              </a:defRPr>
            </a:lvl1pPr>
          </a:lstStyle>
          <a:p>
            <a:pPr marL="0" lvl="0"/>
            <a:r>
              <a:rPr lang="de-DE" dirty="0"/>
              <a:t>Überschrift</a:t>
            </a:r>
          </a:p>
        </p:txBody>
      </p:sp>
      <p:sp>
        <p:nvSpPr>
          <p:cNvPr id="12" name="Textplatzhalter 5"/>
          <p:cNvSpPr>
            <a:spLocks noGrp="1"/>
          </p:cNvSpPr>
          <p:nvPr>
            <p:ph type="body" sz="quarter" idx="19" hasCustomPrompt="1"/>
          </p:nvPr>
        </p:nvSpPr>
        <p:spPr>
          <a:xfrm>
            <a:off x="5418700" y="1623075"/>
            <a:ext cx="4896000" cy="252000"/>
          </a:xfr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lIns="90000" tIns="46800" rIns="90000" bIns="46800" rtlCol="0" anchor="ctr">
            <a:noAutofit/>
          </a:bodyPr>
          <a:lstStyle>
            <a:lvl1pPr marL="0" indent="0" rtl="0">
              <a:spcBef>
                <a:spcPts val="0"/>
              </a:spcBef>
              <a:buNone/>
              <a:defRPr lang="de-DE" sz="1000" b="1" dirty="0">
                <a:solidFill>
                  <a:schemeClr val="tx1"/>
                </a:solidFill>
              </a:defRPr>
            </a:lvl1pPr>
          </a:lstStyle>
          <a:p>
            <a:pPr marL="355600" lvl="0" indent="-355600"/>
            <a:r>
              <a:rPr lang="de-DE" dirty="0"/>
              <a:t>Überschrift</a:t>
            </a:r>
          </a:p>
        </p:txBody>
      </p:sp>
      <p:sp>
        <p:nvSpPr>
          <p:cNvPr id="13" name="Inhaltsplatzhalter 3"/>
          <p:cNvSpPr>
            <a:spLocks noGrp="1"/>
          </p:cNvSpPr>
          <p:nvPr>
            <p:ph sz="quarter" idx="10"/>
          </p:nvPr>
        </p:nvSpPr>
        <p:spPr>
          <a:xfrm>
            <a:off x="378700" y="1889373"/>
            <a:ext cx="4896000" cy="488389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5988" tIns="36000" rIns="0" bIns="35988" numCol="1" anchor="t" anchorCtr="0" compatLnSpc="1">
            <a:prstTxWarp prst="textNoShape">
              <a:avLst/>
            </a:prstTxWarp>
          </a:bodyPr>
          <a:lstStyle>
            <a:lvl1pPr marL="174625" indent="-174625" rtl="0">
              <a:spcBef>
                <a:spcPts val="0"/>
              </a:spcBef>
              <a:spcAft>
                <a:spcPts val="600"/>
              </a:spcAft>
              <a:buClr>
                <a:srgbClr val="003D7C"/>
              </a:buClr>
              <a:defRPr lang="de-DE" sz="1000" b="0" smtClean="0">
                <a:solidFill>
                  <a:schemeClr val="tx1"/>
                </a:solidFill>
              </a:defRPr>
            </a:lvl1pPr>
            <a:lvl2pPr rtl="0">
              <a:spcBef>
                <a:spcPts val="0"/>
              </a:spcBef>
              <a:spcAft>
                <a:spcPts val="600"/>
              </a:spcAft>
              <a:buClr>
                <a:srgbClr val="003D7C"/>
              </a:buClr>
              <a:defRPr lang="de-DE" sz="1000" smtClean="0"/>
            </a:lvl2pPr>
            <a:lvl3pPr rtl="0">
              <a:spcBef>
                <a:spcPts val="0"/>
              </a:spcBef>
              <a:spcAft>
                <a:spcPts val="600"/>
              </a:spcAft>
              <a:buClr>
                <a:srgbClr val="003D7C"/>
              </a:buClr>
              <a:defRPr lang="de-DE" sz="1000" smtClean="0"/>
            </a:lvl3pPr>
            <a:lvl4pPr rtl="0">
              <a:spcBef>
                <a:spcPts val="0"/>
              </a:spcBef>
              <a:spcAft>
                <a:spcPts val="600"/>
              </a:spcAft>
              <a:buClr>
                <a:srgbClr val="003D7C"/>
              </a:buClr>
              <a:defRPr lang="de-DE" sz="1000" smtClean="0"/>
            </a:lvl4pPr>
            <a:lvl5pPr rtl="0">
              <a:spcBef>
                <a:spcPts val="0"/>
              </a:spcBef>
              <a:spcAft>
                <a:spcPts val="600"/>
              </a:spcAft>
              <a:buClr>
                <a:srgbClr val="003D7C"/>
              </a:buClr>
              <a:defRPr lang="de-DE" sz="1000" dirty="0"/>
            </a:lvl5pPr>
          </a:lstStyle>
          <a:p>
            <a:pPr marL="176151" lvl="0" indent="-176151" defTabSz="914077" fontAlgn="base">
              <a:spcAft>
                <a:spcPts val="800"/>
              </a:spcAft>
              <a:buClr>
                <a:srgbClr val="003D7C"/>
              </a:buClr>
              <a:buSzPts val="1000"/>
            </a:pPr>
            <a:r>
              <a:rPr lang="de-DE" dirty="0"/>
              <a:t>Click </a:t>
            </a:r>
            <a:r>
              <a:rPr lang="de-DE" dirty="0" err="1"/>
              <a:t>to</a:t>
            </a:r>
            <a:r>
              <a:rPr lang="de-DE" dirty="0"/>
              <a:t> </a:t>
            </a:r>
            <a:r>
              <a:rPr lang="de-DE" dirty="0" err="1"/>
              <a:t>edit</a:t>
            </a:r>
            <a:r>
              <a:rPr lang="de-DE" dirty="0"/>
              <a:t> Master </a:t>
            </a:r>
            <a:r>
              <a:rPr lang="de-DE" dirty="0" err="1"/>
              <a:t>text</a:t>
            </a:r>
            <a:r>
              <a:rPr lang="de-DE" dirty="0"/>
              <a:t> </a:t>
            </a:r>
            <a:r>
              <a:rPr lang="de-DE" dirty="0" err="1"/>
              <a:t>styles</a:t>
            </a:r>
            <a:endParaRPr lang="de-DE" dirty="0"/>
          </a:p>
          <a:p>
            <a:pPr marL="176151" lvl="1" indent="-176151" defTabSz="914077" fontAlgn="base">
              <a:spcAft>
                <a:spcPts val="800"/>
              </a:spcAft>
              <a:buClr>
                <a:srgbClr val="003D7C"/>
              </a:buClr>
              <a:buSzPts val="1000"/>
            </a:pPr>
            <a:r>
              <a:rPr lang="de-DE" dirty="0"/>
              <a:t>Second </a:t>
            </a:r>
            <a:r>
              <a:rPr lang="de-DE" dirty="0" err="1"/>
              <a:t>level</a:t>
            </a:r>
            <a:endParaRPr lang="de-DE" dirty="0"/>
          </a:p>
          <a:p>
            <a:pPr marL="176151" lvl="2" indent="-176151" defTabSz="914077" fontAlgn="base">
              <a:spcAft>
                <a:spcPts val="800"/>
              </a:spcAft>
              <a:buClr>
                <a:srgbClr val="003D7C"/>
              </a:buClr>
              <a:buSzPts val="1000"/>
            </a:pPr>
            <a:r>
              <a:rPr lang="de-DE" dirty="0"/>
              <a:t>Third </a:t>
            </a:r>
            <a:r>
              <a:rPr lang="de-DE" dirty="0" err="1"/>
              <a:t>level</a:t>
            </a:r>
            <a:endParaRPr lang="de-DE" dirty="0"/>
          </a:p>
          <a:p>
            <a:pPr marL="176151" lvl="3" indent="-176151" defTabSz="914077" fontAlgn="base">
              <a:spcAft>
                <a:spcPts val="800"/>
              </a:spcAft>
              <a:buClr>
                <a:srgbClr val="003D7C"/>
              </a:buClr>
              <a:buSzPts val="1000"/>
            </a:pPr>
            <a:r>
              <a:rPr lang="de-DE" dirty="0" err="1"/>
              <a:t>Fourth</a:t>
            </a:r>
            <a:r>
              <a:rPr lang="de-DE" dirty="0"/>
              <a:t> </a:t>
            </a:r>
            <a:r>
              <a:rPr lang="de-DE" dirty="0" err="1"/>
              <a:t>level</a:t>
            </a:r>
            <a:endParaRPr lang="de-DE" dirty="0"/>
          </a:p>
          <a:p>
            <a:pPr marL="176151" lvl="4" indent="-176151" defTabSz="914077" fontAlgn="base">
              <a:spcAft>
                <a:spcPts val="800"/>
              </a:spcAft>
              <a:buClr>
                <a:srgbClr val="003D7C"/>
              </a:buClr>
              <a:buSzPts val="1000"/>
            </a:pPr>
            <a:r>
              <a:rPr lang="de-DE" dirty="0" err="1"/>
              <a:t>Fifth</a:t>
            </a:r>
            <a:r>
              <a:rPr lang="de-DE" dirty="0"/>
              <a:t> </a:t>
            </a:r>
            <a:r>
              <a:rPr lang="de-DE" dirty="0" err="1"/>
              <a:t>level</a:t>
            </a:r>
            <a:endParaRPr lang="de-DE" dirty="0"/>
          </a:p>
        </p:txBody>
      </p:sp>
      <p:sp>
        <p:nvSpPr>
          <p:cNvPr id="14" name="Inhaltsplatzhalter 3"/>
          <p:cNvSpPr>
            <a:spLocks noGrp="1"/>
          </p:cNvSpPr>
          <p:nvPr>
            <p:ph sz="quarter" idx="20"/>
          </p:nvPr>
        </p:nvSpPr>
        <p:spPr>
          <a:xfrm>
            <a:off x="5418700" y="1889373"/>
            <a:ext cx="4896000" cy="488389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5988" tIns="36000" rIns="0" bIns="35988" numCol="1" anchor="t" anchorCtr="0" compatLnSpc="1">
            <a:prstTxWarp prst="textNoShape">
              <a:avLst/>
            </a:prstTxWarp>
          </a:bodyPr>
          <a:lstStyle>
            <a:lvl1pPr marL="174625" indent="-174625" rtl="0">
              <a:spcBef>
                <a:spcPts val="0"/>
              </a:spcBef>
              <a:spcAft>
                <a:spcPts val="600"/>
              </a:spcAft>
              <a:buClr>
                <a:srgbClr val="003D7C"/>
              </a:buClr>
              <a:defRPr lang="de-DE" sz="1000" b="0" smtClean="0">
                <a:solidFill>
                  <a:schemeClr val="tx1"/>
                </a:solidFill>
              </a:defRPr>
            </a:lvl1pPr>
            <a:lvl2pPr rtl="0">
              <a:spcBef>
                <a:spcPts val="0"/>
              </a:spcBef>
              <a:spcAft>
                <a:spcPts val="600"/>
              </a:spcAft>
              <a:buClr>
                <a:srgbClr val="003D7C"/>
              </a:buClr>
              <a:defRPr lang="de-DE" sz="1000" smtClean="0"/>
            </a:lvl2pPr>
            <a:lvl3pPr rtl="0">
              <a:spcBef>
                <a:spcPts val="0"/>
              </a:spcBef>
              <a:spcAft>
                <a:spcPts val="600"/>
              </a:spcAft>
              <a:buClr>
                <a:srgbClr val="003D7C"/>
              </a:buClr>
              <a:defRPr lang="de-DE" sz="1000" smtClean="0"/>
            </a:lvl3pPr>
            <a:lvl4pPr rtl="0">
              <a:spcBef>
                <a:spcPts val="0"/>
              </a:spcBef>
              <a:spcAft>
                <a:spcPts val="600"/>
              </a:spcAft>
              <a:buClr>
                <a:srgbClr val="003D7C"/>
              </a:buClr>
              <a:defRPr lang="de-DE" sz="1000" smtClean="0"/>
            </a:lvl4pPr>
            <a:lvl5pPr rtl="0">
              <a:spcBef>
                <a:spcPts val="0"/>
              </a:spcBef>
              <a:spcAft>
                <a:spcPts val="600"/>
              </a:spcAft>
              <a:buClr>
                <a:srgbClr val="003D7C"/>
              </a:buClr>
              <a:defRPr lang="de-DE" sz="1000" dirty="0"/>
            </a:lvl5pPr>
          </a:lstStyle>
          <a:p>
            <a:pPr marL="176151" lvl="0" indent="-176151" defTabSz="914077" fontAlgn="base">
              <a:spcAft>
                <a:spcPts val="800"/>
              </a:spcAft>
              <a:buClr>
                <a:srgbClr val="003D7C"/>
              </a:buClr>
              <a:buSzPts val="1000"/>
            </a:pPr>
            <a:r>
              <a:rPr lang="de-DE" dirty="0"/>
              <a:t>Click </a:t>
            </a:r>
            <a:r>
              <a:rPr lang="de-DE" dirty="0" err="1"/>
              <a:t>to</a:t>
            </a:r>
            <a:r>
              <a:rPr lang="de-DE" dirty="0"/>
              <a:t> </a:t>
            </a:r>
            <a:r>
              <a:rPr lang="de-DE" dirty="0" err="1"/>
              <a:t>edit</a:t>
            </a:r>
            <a:r>
              <a:rPr lang="de-DE" dirty="0"/>
              <a:t> Master </a:t>
            </a:r>
            <a:r>
              <a:rPr lang="de-DE" dirty="0" err="1"/>
              <a:t>text</a:t>
            </a:r>
            <a:r>
              <a:rPr lang="de-DE" dirty="0"/>
              <a:t> </a:t>
            </a:r>
            <a:r>
              <a:rPr lang="de-DE" dirty="0" err="1"/>
              <a:t>styles</a:t>
            </a:r>
            <a:endParaRPr lang="de-DE" dirty="0"/>
          </a:p>
          <a:p>
            <a:pPr marL="176151" lvl="1" indent="-176151" defTabSz="914077" fontAlgn="base">
              <a:spcAft>
                <a:spcPts val="800"/>
              </a:spcAft>
              <a:buClr>
                <a:srgbClr val="003D7C"/>
              </a:buClr>
              <a:buSzPts val="1000"/>
            </a:pPr>
            <a:r>
              <a:rPr lang="de-DE" dirty="0"/>
              <a:t>Second </a:t>
            </a:r>
            <a:r>
              <a:rPr lang="de-DE" dirty="0" err="1"/>
              <a:t>level</a:t>
            </a:r>
            <a:endParaRPr lang="de-DE" dirty="0"/>
          </a:p>
          <a:p>
            <a:pPr marL="176151" lvl="2" indent="-176151" defTabSz="914077" fontAlgn="base">
              <a:spcAft>
                <a:spcPts val="800"/>
              </a:spcAft>
              <a:buClr>
                <a:srgbClr val="003D7C"/>
              </a:buClr>
              <a:buSzPts val="1000"/>
            </a:pPr>
            <a:r>
              <a:rPr lang="de-DE" dirty="0"/>
              <a:t>Third </a:t>
            </a:r>
            <a:r>
              <a:rPr lang="de-DE" dirty="0" err="1"/>
              <a:t>level</a:t>
            </a:r>
            <a:endParaRPr lang="de-DE" dirty="0"/>
          </a:p>
          <a:p>
            <a:pPr marL="176151" lvl="3" indent="-176151" defTabSz="914077" fontAlgn="base">
              <a:spcAft>
                <a:spcPts val="800"/>
              </a:spcAft>
              <a:buClr>
                <a:srgbClr val="003D7C"/>
              </a:buClr>
              <a:buSzPts val="1000"/>
            </a:pPr>
            <a:r>
              <a:rPr lang="de-DE" dirty="0" err="1"/>
              <a:t>Fourth</a:t>
            </a:r>
            <a:r>
              <a:rPr lang="de-DE" dirty="0"/>
              <a:t> </a:t>
            </a:r>
            <a:r>
              <a:rPr lang="de-DE" dirty="0" err="1"/>
              <a:t>level</a:t>
            </a:r>
            <a:endParaRPr lang="de-DE" dirty="0"/>
          </a:p>
          <a:p>
            <a:pPr marL="176151" lvl="4" indent="-176151" defTabSz="914077" fontAlgn="base">
              <a:spcAft>
                <a:spcPts val="800"/>
              </a:spcAft>
              <a:buClr>
                <a:srgbClr val="003D7C"/>
              </a:buClr>
              <a:buSzPts val="1000"/>
            </a:pPr>
            <a:r>
              <a:rPr lang="de-DE" dirty="0" err="1"/>
              <a:t>Fifth</a:t>
            </a:r>
            <a:r>
              <a:rPr lang="de-DE" dirty="0"/>
              <a:t> </a:t>
            </a:r>
            <a:r>
              <a:rPr lang="de-DE" dirty="0" err="1"/>
              <a:t>level</a:t>
            </a:r>
            <a:endParaRPr lang="de-DE" dirty="0"/>
          </a:p>
        </p:txBody>
      </p:sp>
      <p:sp>
        <p:nvSpPr>
          <p:cNvPr id="15" name="Line 58"/>
          <p:cNvSpPr>
            <a:spLocks noChangeShapeType="1"/>
          </p:cNvSpPr>
          <p:nvPr userDrawn="1"/>
        </p:nvSpPr>
        <p:spPr bwMode="auto">
          <a:xfrm>
            <a:off x="378700" y="1166665"/>
            <a:ext cx="9936000" cy="0"/>
          </a:xfrm>
          <a:prstGeom prst="line">
            <a:avLst/>
          </a:prstGeom>
          <a:noFill/>
          <a:ln w="19050" cap="flat">
            <a:solidFill>
              <a:srgbClr val="003D7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190" tIns="57095" rIns="114190" bIns="57095"/>
          <a:lstStyle/>
          <a:p>
            <a:pPr defTabSz="1042688" rtl="0"/>
            <a:endParaRPr lang="de-DE" sz="800" kern="0" dirty="0">
              <a:solidFill>
                <a:prstClr val="black"/>
              </a:solidFill>
            </a:endParaRPr>
          </a:p>
        </p:txBody>
      </p:sp>
      <p:sp>
        <p:nvSpPr>
          <p:cNvPr id="16" name="Titel 1"/>
          <p:cNvSpPr>
            <a:spLocks noGrp="1"/>
          </p:cNvSpPr>
          <p:nvPr>
            <p:ph type="title"/>
          </p:nvPr>
        </p:nvSpPr>
        <p:spPr>
          <a:xfrm>
            <a:off x="378700" y="450279"/>
            <a:ext cx="9936000" cy="720000"/>
          </a:xfrm>
        </p:spPr>
        <p:txBody>
          <a:bodyPr vert="horz"/>
          <a:lstStyle>
            <a:lvl1pPr rtl="0">
              <a:defRPr sz="2000" b="1">
                <a:solidFill>
                  <a:schemeClr val="tx1"/>
                </a:solidFill>
                <a:latin typeface="Univers for Metzler" panose="020B0503030202020203" pitchFamily="34" charset="0"/>
              </a:defRPr>
            </a:lvl1pPr>
          </a:lstStyle>
          <a:p>
            <a:r>
              <a:rPr lang="de-DE"/>
              <a:t>Click to edit Master title style</a:t>
            </a:r>
            <a:endParaRPr lang="de-DE" dirty="0"/>
          </a:p>
        </p:txBody>
      </p:sp>
      <p:sp>
        <p:nvSpPr>
          <p:cNvPr id="17" name="Textplatzhalter 5"/>
          <p:cNvSpPr>
            <a:spLocks noGrp="1"/>
          </p:cNvSpPr>
          <p:nvPr>
            <p:ph type="body" sz="quarter" idx="12" hasCustomPrompt="1"/>
          </p:nvPr>
        </p:nvSpPr>
        <p:spPr>
          <a:xfrm>
            <a:off x="378700" y="1243937"/>
            <a:ext cx="9936000" cy="271120"/>
          </a:xfrm>
        </p:spPr>
        <p:txBody>
          <a:bodyPr/>
          <a:lstStyle>
            <a:lvl1pPr marL="0" indent="0" rtl="0">
              <a:buNone/>
              <a:defRPr sz="1400" b="1">
                <a:solidFill>
                  <a:schemeClr val="tx2"/>
                </a:solidFill>
                <a:latin typeface="Univers for Metzler" panose="020B0503030202020203" pitchFamily="34" charset="0"/>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Untertitel</a:t>
            </a:r>
          </a:p>
        </p:txBody>
      </p:sp>
      <p:sp>
        <p:nvSpPr>
          <p:cNvPr id="18" name="Textplatzhalter 5"/>
          <p:cNvSpPr>
            <a:spLocks noGrp="1"/>
          </p:cNvSpPr>
          <p:nvPr>
            <p:ph type="body" sz="quarter" idx="13" hasCustomPrompt="1"/>
          </p:nvPr>
        </p:nvSpPr>
        <p:spPr>
          <a:xfrm>
            <a:off x="378700" y="233868"/>
            <a:ext cx="9936000" cy="216000"/>
          </a:xfrm>
        </p:spPr>
        <p:txBody>
          <a:bodyPr anchor="t" anchorCtr="0"/>
          <a:lstStyle>
            <a:lvl1pPr marL="0" indent="0" rtl="0">
              <a:buNone/>
              <a:defRPr sz="1000" b="0">
                <a:solidFill>
                  <a:schemeClr val="tx2"/>
                </a:solidFill>
                <a:latin typeface="Univers for Metzler" panose="020B0503030202020203" pitchFamily="34" charset="0"/>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Agenda</a:t>
            </a:r>
          </a:p>
        </p:txBody>
      </p:sp>
      <p:sp>
        <p:nvSpPr>
          <p:cNvPr id="2" name="Textplatzhalter 5">
            <a:extLst>
              <a:ext uri="{FF2B5EF4-FFF2-40B4-BE49-F238E27FC236}">
                <a16:creationId xmlns:a16="http://schemas.microsoft.com/office/drawing/2014/main" id="{79B17728-A538-4E46-220A-D9356F157675}"/>
              </a:ext>
            </a:extLst>
          </p:cNvPr>
          <p:cNvSpPr>
            <a:spLocks noGrp="1"/>
          </p:cNvSpPr>
          <p:nvPr>
            <p:ph type="body" sz="quarter" idx="14" hasCustomPrompt="1"/>
          </p:nvPr>
        </p:nvSpPr>
        <p:spPr>
          <a:xfrm>
            <a:off x="603250" y="7133281"/>
            <a:ext cx="7128000" cy="168344"/>
          </a:xfrm>
        </p:spPr>
        <p:txBody>
          <a:bodyPr/>
          <a:lstStyle>
            <a:lvl1pPr marL="0" indent="0" rtl="0">
              <a:buNone/>
              <a:defRPr sz="800" b="0">
                <a:solidFill>
                  <a:schemeClr val="tx1"/>
                </a:solidFill>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Quelle:</a:t>
            </a:r>
          </a:p>
        </p:txBody>
      </p:sp>
      <p:sp>
        <p:nvSpPr>
          <p:cNvPr id="3" name="Textplatzhalter 5">
            <a:extLst>
              <a:ext uri="{FF2B5EF4-FFF2-40B4-BE49-F238E27FC236}">
                <a16:creationId xmlns:a16="http://schemas.microsoft.com/office/drawing/2014/main" id="{9D260A16-B43C-E51C-17B3-92EE03A2216C}"/>
              </a:ext>
            </a:extLst>
          </p:cNvPr>
          <p:cNvSpPr>
            <a:spLocks noGrp="1"/>
          </p:cNvSpPr>
          <p:nvPr>
            <p:ph type="body" sz="quarter" idx="15" hasCustomPrompt="1"/>
          </p:nvPr>
        </p:nvSpPr>
        <p:spPr>
          <a:xfrm>
            <a:off x="378700" y="6887665"/>
            <a:ext cx="7344000" cy="168344"/>
          </a:xfrm>
        </p:spPr>
        <p:txBody>
          <a:bodyPr bIns="36000" anchor="b" anchorCtr="0"/>
          <a:lstStyle>
            <a:lvl1pPr marL="0" indent="0" rtl="0">
              <a:buNone/>
              <a:defRPr sz="800" b="0">
                <a:solidFill>
                  <a:schemeClr val="tx1"/>
                </a:solidFill>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1) Anmerkung</a:t>
            </a:r>
          </a:p>
        </p:txBody>
      </p:sp>
    </p:spTree>
    <p:extLst>
      <p:ext uri="{BB962C8B-B14F-4D97-AF65-F5344CB8AC3E}">
        <p14:creationId xmlns:p14="http://schemas.microsoft.com/office/powerpoint/2010/main" val="3331188079"/>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_Inhalt_0">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2FF62950-E3DB-5C4C-B853-93963EAAB581}"/>
              </a:ext>
            </a:extLst>
          </p:cNvPr>
          <p:cNvGraphicFramePr>
            <a:graphicFrameLocks noChangeAspect="1"/>
          </p:cNvGraphicFramePr>
          <p:nvPr userDrawn="1">
            <p:custDataLst>
              <p:tags r:id="rId1"/>
            </p:custDataLst>
            <p:extLst>
              <p:ext uri="{D42A27DB-BD31-4B8C-83A1-F6EECF244321}">
                <p14:modId xmlns:p14="http://schemas.microsoft.com/office/powerpoint/2010/main" val="196685303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 name="Textplatzhalter 5"/>
          <p:cNvSpPr>
            <a:spLocks noGrp="1"/>
          </p:cNvSpPr>
          <p:nvPr>
            <p:ph type="body" sz="quarter" idx="16" hasCustomPrompt="1"/>
          </p:nvPr>
        </p:nvSpPr>
        <p:spPr>
          <a:xfrm>
            <a:off x="378700" y="1623075"/>
            <a:ext cx="4896000" cy="252000"/>
          </a:xfr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lvl1pPr marL="0" indent="0" rtl="0">
              <a:spcBef>
                <a:spcPts val="0"/>
              </a:spcBef>
              <a:buNone/>
              <a:defRPr lang="de-DE" sz="1000" b="1" dirty="0">
                <a:solidFill>
                  <a:schemeClr val="tx1"/>
                </a:solidFill>
              </a:defRPr>
            </a:lvl1pPr>
          </a:lstStyle>
          <a:p>
            <a:pPr marL="0" lvl="0"/>
            <a:r>
              <a:rPr lang="de-DE" dirty="0"/>
              <a:t>Überschrift</a:t>
            </a:r>
          </a:p>
        </p:txBody>
      </p:sp>
      <p:sp>
        <p:nvSpPr>
          <p:cNvPr id="12" name="Textplatzhalter 5"/>
          <p:cNvSpPr>
            <a:spLocks noGrp="1"/>
          </p:cNvSpPr>
          <p:nvPr>
            <p:ph type="body" sz="quarter" idx="19" hasCustomPrompt="1"/>
          </p:nvPr>
        </p:nvSpPr>
        <p:spPr>
          <a:xfrm>
            <a:off x="5418700" y="1623075"/>
            <a:ext cx="4896000" cy="252000"/>
          </a:xfr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lIns="90000" tIns="46800" rIns="90000" bIns="46800" rtlCol="0" anchor="ctr">
            <a:noAutofit/>
          </a:bodyPr>
          <a:lstStyle>
            <a:lvl1pPr marL="0" indent="0" rtl="0">
              <a:spcBef>
                <a:spcPts val="0"/>
              </a:spcBef>
              <a:buNone/>
              <a:defRPr lang="de-DE" sz="1000" b="1" dirty="0">
                <a:solidFill>
                  <a:schemeClr val="tx1"/>
                </a:solidFill>
              </a:defRPr>
            </a:lvl1pPr>
          </a:lstStyle>
          <a:p>
            <a:pPr marL="355600" lvl="0" indent="-355600"/>
            <a:r>
              <a:rPr lang="de-DE" dirty="0"/>
              <a:t>Überschrift</a:t>
            </a:r>
          </a:p>
        </p:txBody>
      </p:sp>
      <p:sp>
        <p:nvSpPr>
          <p:cNvPr id="13" name="Inhaltsplatzhalter 3"/>
          <p:cNvSpPr>
            <a:spLocks noGrp="1"/>
          </p:cNvSpPr>
          <p:nvPr>
            <p:ph sz="quarter" idx="10"/>
          </p:nvPr>
        </p:nvSpPr>
        <p:spPr>
          <a:xfrm>
            <a:off x="378700" y="1889373"/>
            <a:ext cx="4896000" cy="2268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5988" tIns="36000" rIns="0" bIns="35988" numCol="1" anchor="t" anchorCtr="0" compatLnSpc="1">
            <a:prstTxWarp prst="textNoShape">
              <a:avLst/>
            </a:prstTxWarp>
          </a:bodyPr>
          <a:lstStyle>
            <a:lvl1pPr marL="174625" indent="-174625" rtl="0">
              <a:spcBef>
                <a:spcPts val="0"/>
              </a:spcBef>
              <a:spcAft>
                <a:spcPts val="600"/>
              </a:spcAft>
              <a:buClr>
                <a:srgbClr val="003D7C"/>
              </a:buClr>
              <a:defRPr lang="de-DE" sz="1000" b="0" smtClean="0">
                <a:solidFill>
                  <a:schemeClr val="tx1"/>
                </a:solidFill>
              </a:defRPr>
            </a:lvl1pPr>
            <a:lvl2pPr rtl="0">
              <a:spcBef>
                <a:spcPts val="0"/>
              </a:spcBef>
              <a:spcAft>
                <a:spcPts val="600"/>
              </a:spcAft>
              <a:buClr>
                <a:srgbClr val="003D7C"/>
              </a:buClr>
              <a:defRPr lang="de-DE" sz="1000" smtClean="0"/>
            </a:lvl2pPr>
            <a:lvl3pPr rtl="0">
              <a:spcBef>
                <a:spcPts val="0"/>
              </a:spcBef>
              <a:spcAft>
                <a:spcPts val="600"/>
              </a:spcAft>
              <a:buClr>
                <a:srgbClr val="003D7C"/>
              </a:buClr>
              <a:defRPr lang="de-DE" sz="1000" smtClean="0"/>
            </a:lvl3pPr>
            <a:lvl4pPr rtl="0">
              <a:spcBef>
                <a:spcPts val="0"/>
              </a:spcBef>
              <a:spcAft>
                <a:spcPts val="600"/>
              </a:spcAft>
              <a:buClr>
                <a:srgbClr val="003D7C"/>
              </a:buClr>
              <a:defRPr lang="de-DE" sz="1000" smtClean="0"/>
            </a:lvl4pPr>
            <a:lvl5pPr rtl="0">
              <a:spcBef>
                <a:spcPts val="0"/>
              </a:spcBef>
              <a:spcAft>
                <a:spcPts val="600"/>
              </a:spcAft>
              <a:buClr>
                <a:srgbClr val="003D7C"/>
              </a:buClr>
              <a:defRPr lang="de-DE" sz="1000" dirty="0"/>
            </a:lvl5pPr>
          </a:lstStyle>
          <a:p>
            <a:pPr marL="176151" lvl="0" indent="-176151" defTabSz="914077" fontAlgn="base">
              <a:spcAft>
                <a:spcPts val="800"/>
              </a:spcAft>
              <a:buClr>
                <a:srgbClr val="003D7C"/>
              </a:buClr>
              <a:buSzPts val="1000"/>
            </a:pPr>
            <a:r>
              <a:rPr lang="de-DE" dirty="0"/>
              <a:t>Click </a:t>
            </a:r>
            <a:r>
              <a:rPr lang="de-DE" dirty="0" err="1"/>
              <a:t>to</a:t>
            </a:r>
            <a:r>
              <a:rPr lang="de-DE" dirty="0"/>
              <a:t> </a:t>
            </a:r>
            <a:r>
              <a:rPr lang="de-DE" dirty="0" err="1"/>
              <a:t>edit</a:t>
            </a:r>
            <a:r>
              <a:rPr lang="de-DE" dirty="0"/>
              <a:t> Master </a:t>
            </a:r>
            <a:r>
              <a:rPr lang="de-DE" dirty="0" err="1"/>
              <a:t>text</a:t>
            </a:r>
            <a:r>
              <a:rPr lang="de-DE" dirty="0"/>
              <a:t> </a:t>
            </a:r>
            <a:r>
              <a:rPr lang="de-DE" dirty="0" err="1"/>
              <a:t>styles</a:t>
            </a:r>
            <a:endParaRPr lang="de-DE" dirty="0"/>
          </a:p>
          <a:p>
            <a:pPr marL="176151" lvl="1" indent="-176151" defTabSz="914077" fontAlgn="base">
              <a:spcAft>
                <a:spcPts val="800"/>
              </a:spcAft>
              <a:buClr>
                <a:srgbClr val="003D7C"/>
              </a:buClr>
              <a:buSzPts val="1000"/>
            </a:pPr>
            <a:r>
              <a:rPr lang="de-DE" dirty="0"/>
              <a:t>Second </a:t>
            </a:r>
            <a:r>
              <a:rPr lang="de-DE" dirty="0" err="1"/>
              <a:t>level</a:t>
            </a:r>
            <a:endParaRPr lang="de-DE" dirty="0"/>
          </a:p>
          <a:p>
            <a:pPr marL="176151" lvl="2" indent="-176151" defTabSz="914077" fontAlgn="base">
              <a:spcAft>
                <a:spcPts val="800"/>
              </a:spcAft>
              <a:buClr>
                <a:srgbClr val="003D7C"/>
              </a:buClr>
              <a:buSzPts val="1000"/>
            </a:pPr>
            <a:r>
              <a:rPr lang="de-DE" dirty="0"/>
              <a:t>Third </a:t>
            </a:r>
            <a:r>
              <a:rPr lang="de-DE" dirty="0" err="1"/>
              <a:t>level</a:t>
            </a:r>
            <a:endParaRPr lang="de-DE" dirty="0"/>
          </a:p>
          <a:p>
            <a:pPr marL="176151" lvl="3" indent="-176151" defTabSz="914077" fontAlgn="base">
              <a:spcAft>
                <a:spcPts val="800"/>
              </a:spcAft>
              <a:buClr>
                <a:srgbClr val="003D7C"/>
              </a:buClr>
              <a:buSzPts val="1000"/>
            </a:pPr>
            <a:r>
              <a:rPr lang="de-DE" dirty="0" err="1"/>
              <a:t>Fourth</a:t>
            </a:r>
            <a:r>
              <a:rPr lang="de-DE" dirty="0"/>
              <a:t> </a:t>
            </a:r>
            <a:r>
              <a:rPr lang="de-DE" dirty="0" err="1"/>
              <a:t>level</a:t>
            </a:r>
            <a:endParaRPr lang="de-DE" dirty="0"/>
          </a:p>
          <a:p>
            <a:pPr marL="176151" lvl="4" indent="-176151" defTabSz="914077" fontAlgn="base">
              <a:spcAft>
                <a:spcPts val="800"/>
              </a:spcAft>
              <a:buClr>
                <a:srgbClr val="003D7C"/>
              </a:buClr>
              <a:buSzPts val="1000"/>
            </a:pPr>
            <a:r>
              <a:rPr lang="de-DE" dirty="0" err="1"/>
              <a:t>Fifth</a:t>
            </a:r>
            <a:r>
              <a:rPr lang="de-DE" dirty="0"/>
              <a:t> </a:t>
            </a:r>
            <a:r>
              <a:rPr lang="de-DE" dirty="0" err="1"/>
              <a:t>level</a:t>
            </a:r>
            <a:endParaRPr lang="de-DE" dirty="0"/>
          </a:p>
        </p:txBody>
      </p:sp>
      <p:sp>
        <p:nvSpPr>
          <p:cNvPr id="14" name="Inhaltsplatzhalter 3"/>
          <p:cNvSpPr>
            <a:spLocks noGrp="1"/>
          </p:cNvSpPr>
          <p:nvPr>
            <p:ph sz="quarter" idx="20"/>
          </p:nvPr>
        </p:nvSpPr>
        <p:spPr>
          <a:xfrm>
            <a:off x="5418700" y="1889373"/>
            <a:ext cx="4896000" cy="2268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5988" tIns="36000" rIns="0" bIns="35988" numCol="1" anchor="t" anchorCtr="0" compatLnSpc="1">
            <a:prstTxWarp prst="textNoShape">
              <a:avLst/>
            </a:prstTxWarp>
          </a:bodyPr>
          <a:lstStyle>
            <a:lvl1pPr marL="174625" indent="-174625" rtl="0">
              <a:spcBef>
                <a:spcPts val="0"/>
              </a:spcBef>
              <a:spcAft>
                <a:spcPts val="600"/>
              </a:spcAft>
              <a:buClr>
                <a:srgbClr val="003D7C"/>
              </a:buClr>
              <a:defRPr lang="de-DE" sz="1000" b="0" smtClean="0">
                <a:solidFill>
                  <a:schemeClr val="tx1"/>
                </a:solidFill>
              </a:defRPr>
            </a:lvl1pPr>
            <a:lvl2pPr rtl="0">
              <a:spcBef>
                <a:spcPts val="0"/>
              </a:spcBef>
              <a:spcAft>
                <a:spcPts val="600"/>
              </a:spcAft>
              <a:buClr>
                <a:srgbClr val="003D7C"/>
              </a:buClr>
              <a:defRPr lang="de-DE" sz="1000" smtClean="0"/>
            </a:lvl2pPr>
            <a:lvl3pPr rtl="0">
              <a:spcBef>
                <a:spcPts val="0"/>
              </a:spcBef>
              <a:spcAft>
                <a:spcPts val="600"/>
              </a:spcAft>
              <a:buClr>
                <a:srgbClr val="003D7C"/>
              </a:buClr>
              <a:defRPr lang="de-DE" sz="1000" smtClean="0"/>
            </a:lvl3pPr>
            <a:lvl4pPr rtl="0">
              <a:spcBef>
                <a:spcPts val="0"/>
              </a:spcBef>
              <a:spcAft>
                <a:spcPts val="600"/>
              </a:spcAft>
              <a:buClr>
                <a:srgbClr val="003D7C"/>
              </a:buClr>
              <a:defRPr lang="de-DE" sz="1000" smtClean="0"/>
            </a:lvl4pPr>
            <a:lvl5pPr rtl="0">
              <a:spcBef>
                <a:spcPts val="0"/>
              </a:spcBef>
              <a:spcAft>
                <a:spcPts val="600"/>
              </a:spcAft>
              <a:buClr>
                <a:srgbClr val="003D7C"/>
              </a:buClr>
              <a:defRPr lang="de-DE" sz="1000" dirty="0"/>
            </a:lvl5pPr>
          </a:lstStyle>
          <a:p>
            <a:pPr marL="176151" lvl="0" indent="-176151" defTabSz="914077" fontAlgn="base">
              <a:spcAft>
                <a:spcPts val="800"/>
              </a:spcAft>
              <a:buClr>
                <a:srgbClr val="003D7C"/>
              </a:buClr>
              <a:buSzPts val="1000"/>
            </a:pPr>
            <a:r>
              <a:rPr lang="de-DE" dirty="0"/>
              <a:t>Click </a:t>
            </a:r>
            <a:r>
              <a:rPr lang="de-DE" dirty="0" err="1"/>
              <a:t>to</a:t>
            </a:r>
            <a:r>
              <a:rPr lang="de-DE" dirty="0"/>
              <a:t> </a:t>
            </a:r>
            <a:r>
              <a:rPr lang="de-DE" dirty="0" err="1"/>
              <a:t>edit</a:t>
            </a:r>
            <a:r>
              <a:rPr lang="de-DE" dirty="0"/>
              <a:t> Master </a:t>
            </a:r>
            <a:r>
              <a:rPr lang="de-DE" dirty="0" err="1"/>
              <a:t>text</a:t>
            </a:r>
            <a:r>
              <a:rPr lang="de-DE" dirty="0"/>
              <a:t> </a:t>
            </a:r>
            <a:r>
              <a:rPr lang="de-DE" dirty="0" err="1"/>
              <a:t>styles</a:t>
            </a:r>
            <a:endParaRPr lang="de-DE" dirty="0"/>
          </a:p>
          <a:p>
            <a:pPr marL="176151" lvl="1" indent="-176151" defTabSz="914077" fontAlgn="base">
              <a:spcAft>
                <a:spcPts val="800"/>
              </a:spcAft>
              <a:buClr>
                <a:srgbClr val="003D7C"/>
              </a:buClr>
              <a:buSzPts val="1000"/>
            </a:pPr>
            <a:r>
              <a:rPr lang="de-DE" dirty="0"/>
              <a:t>Second </a:t>
            </a:r>
            <a:r>
              <a:rPr lang="de-DE" dirty="0" err="1"/>
              <a:t>level</a:t>
            </a:r>
            <a:endParaRPr lang="de-DE" dirty="0"/>
          </a:p>
          <a:p>
            <a:pPr marL="176151" lvl="2" indent="-176151" defTabSz="914077" fontAlgn="base">
              <a:spcAft>
                <a:spcPts val="800"/>
              </a:spcAft>
              <a:buClr>
                <a:srgbClr val="003D7C"/>
              </a:buClr>
              <a:buSzPts val="1000"/>
            </a:pPr>
            <a:r>
              <a:rPr lang="de-DE" dirty="0"/>
              <a:t>Third </a:t>
            </a:r>
            <a:r>
              <a:rPr lang="de-DE" dirty="0" err="1"/>
              <a:t>level</a:t>
            </a:r>
            <a:endParaRPr lang="de-DE" dirty="0"/>
          </a:p>
          <a:p>
            <a:pPr marL="176151" lvl="3" indent="-176151" defTabSz="914077" fontAlgn="base">
              <a:spcAft>
                <a:spcPts val="800"/>
              </a:spcAft>
              <a:buClr>
                <a:srgbClr val="003D7C"/>
              </a:buClr>
              <a:buSzPts val="1000"/>
            </a:pPr>
            <a:r>
              <a:rPr lang="de-DE" dirty="0" err="1"/>
              <a:t>Fourth</a:t>
            </a:r>
            <a:r>
              <a:rPr lang="de-DE" dirty="0"/>
              <a:t> </a:t>
            </a:r>
            <a:r>
              <a:rPr lang="de-DE" dirty="0" err="1"/>
              <a:t>level</a:t>
            </a:r>
            <a:endParaRPr lang="de-DE" dirty="0"/>
          </a:p>
          <a:p>
            <a:pPr marL="176151" lvl="4" indent="-176151" defTabSz="914077" fontAlgn="base">
              <a:spcAft>
                <a:spcPts val="800"/>
              </a:spcAft>
              <a:buClr>
                <a:srgbClr val="003D7C"/>
              </a:buClr>
              <a:buSzPts val="1000"/>
            </a:pPr>
            <a:r>
              <a:rPr lang="de-DE" dirty="0" err="1"/>
              <a:t>Fifth</a:t>
            </a:r>
            <a:r>
              <a:rPr lang="de-DE" dirty="0"/>
              <a:t> </a:t>
            </a:r>
            <a:r>
              <a:rPr lang="de-DE" dirty="0" err="1"/>
              <a:t>level</a:t>
            </a:r>
            <a:endParaRPr lang="de-DE" dirty="0"/>
          </a:p>
        </p:txBody>
      </p:sp>
      <p:sp>
        <p:nvSpPr>
          <p:cNvPr id="15" name="Textplatzhalter 5"/>
          <p:cNvSpPr>
            <a:spLocks noGrp="1"/>
          </p:cNvSpPr>
          <p:nvPr>
            <p:ph type="body" sz="quarter" idx="21" hasCustomPrompt="1"/>
          </p:nvPr>
        </p:nvSpPr>
        <p:spPr>
          <a:xfrm>
            <a:off x="378700" y="4251213"/>
            <a:ext cx="4896000" cy="252000"/>
          </a:xfr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lIns="90000" tIns="46800" rIns="90000" bIns="46800" rtlCol="0" anchor="ctr">
            <a:noAutofit/>
          </a:bodyPr>
          <a:lstStyle>
            <a:lvl1pPr marL="0" indent="0" rtl="0">
              <a:spcBef>
                <a:spcPts val="0"/>
              </a:spcBef>
              <a:buNone/>
              <a:defRPr lang="de-DE" sz="1000" b="1" dirty="0">
                <a:solidFill>
                  <a:schemeClr val="tx1"/>
                </a:solidFill>
              </a:defRPr>
            </a:lvl1pPr>
          </a:lstStyle>
          <a:p>
            <a:pPr marL="355600" lvl="0" indent="-355600"/>
            <a:r>
              <a:rPr lang="de-DE" dirty="0"/>
              <a:t>Überschrift</a:t>
            </a:r>
          </a:p>
        </p:txBody>
      </p:sp>
      <p:sp>
        <p:nvSpPr>
          <p:cNvPr id="16" name="Textplatzhalter 5"/>
          <p:cNvSpPr>
            <a:spLocks noGrp="1"/>
          </p:cNvSpPr>
          <p:nvPr>
            <p:ph type="body" sz="quarter" idx="22" hasCustomPrompt="1"/>
          </p:nvPr>
        </p:nvSpPr>
        <p:spPr>
          <a:xfrm>
            <a:off x="5418700" y="4251213"/>
            <a:ext cx="4896000" cy="252000"/>
          </a:xfr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lIns="90000" tIns="46800" rIns="90000" bIns="46800" rtlCol="0" anchor="ctr">
            <a:noAutofit/>
          </a:bodyPr>
          <a:lstStyle>
            <a:lvl1pPr marL="0" indent="0" rtl="0">
              <a:spcBef>
                <a:spcPts val="0"/>
              </a:spcBef>
              <a:buNone/>
              <a:defRPr lang="de-DE" sz="1000" b="1" dirty="0">
                <a:solidFill>
                  <a:schemeClr val="tx1"/>
                </a:solidFill>
              </a:defRPr>
            </a:lvl1pPr>
          </a:lstStyle>
          <a:p>
            <a:pPr marL="355600" lvl="0" indent="-355600"/>
            <a:r>
              <a:rPr lang="de-DE" dirty="0"/>
              <a:t>Überschrift</a:t>
            </a:r>
          </a:p>
        </p:txBody>
      </p:sp>
      <p:sp>
        <p:nvSpPr>
          <p:cNvPr id="17" name="Inhaltsplatzhalter 3"/>
          <p:cNvSpPr>
            <a:spLocks noGrp="1"/>
          </p:cNvSpPr>
          <p:nvPr>
            <p:ph sz="quarter" idx="23"/>
          </p:nvPr>
        </p:nvSpPr>
        <p:spPr>
          <a:xfrm>
            <a:off x="378700" y="4517511"/>
            <a:ext cx="4896000" cy="2268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5988" tIns="36000" rIns="0" bIns="35988" numCol="1" anchor="t" anchorCtr="0" compatLnSpc="1">
            <a:prstTxWarp prst="textNoShape">
              <a:avLst/>
            </a:prstTxWarp>
          </a:bodyPr>
          <a:lstStyle>
            <a:lvl1pPr marL="174625" indent="-174625" rtl="0">
              <a:spcBef>
                <a:spcPts val="0"/>
              </a:spcBef>
              <a:spcAft>
                <a:spcPts val="600"/>
              </a:spcAft>
              <a:buClr>
                <a:srgbClr val="003D7C"/>
              </a:buClr>
              <a:defRPr lang="de-DE" sz="1000" b="0" smtClean="0">
                <a:solidFill>
                  <a:schemeClr val="tx1"/>
                </a:solidFill>
              </a:defRPr>
            </a:lvl1pPr>
            <a:lvl2pPr rtl="0">
              <a:spcBef>
                <a:spcPts val="0"/>
              </a:spcBef>
              <a:spcAft>
                <a:spcPts val="600"/>
              </a:spcAft>
              <a:buClr>
                <a:srgbClr val="003D7C"/>
              </a:buClr>
              <a:defRPr lang="de-DE" sz="1000" smtClean="0"/>
            </a:lvl2pPr>
            <a:lvl3pPr rtl="0">
              <a:spcBef>
                <a:spcPts val="0"/>
              </a:spcBef>
              <a:spcAft>
                <a:spcPts val="600"/>
              </a:spcAft>
              <a:buClr>
                <a:srgbClr val="003D7C"/>
              </a:buClr>
              <a:defRPr lang="de-DE" sz="1000" smtClean="0"/>
            </a:lvl3pPr>
            <a:lvl4pPr rtl="0">
              <a:spcBef>
                <a:spcPts val="0"/>
              </a:spcBef>
              <a:spcAft>
                <a:spcPts val="600"/>
              </a:spcAft>
              <a:buClr>
                <a:srgbClr val="003D7C"/>
              </a:buClr>
              <a:defRPr lang="de-DE" sz="1000" smtClean="0"/>
            </a:lvl4pPr>
            <a:lvl5pPr rtl="0">
              <a:spcBef>
                <a:spcPts val="0"/>
              </a:spcBef>
              <a:spcAft>
                <a:spcPts val="600"/>
              </a:spcAft>
              <a:buClr>
                <a:srgbClr val="003D7C"/>
              </a:buClr>
              <a:defRPr lang="de-DE" sz="1000" dirty="0"/>
            </a:lvl5pPr>
          </a:lstStyle>
          <a:p>
            <a:pPr marL="176151" lvl="0" indent="-176151" defTabSz="914077" fontAlgn="base">
              <a:spcAft>
                <a:spcPts val="800"/>
              </a:spcAft>
              <a:buClr>
                <a:srgbClr val="003D7C"/>
              </a:buClr>
              <a:buSzPts val="1000"/>
            </a:pPr>
            <a:r>
              <a:rPr lang="de-DE" dirty="0"/>
              <a:t>Click </a:t>
            </a:r>
            <a:r>
              <a:rPr lang="de-DE" dirty="0" err="1"/>
              <a:t>to</a:t>
            </a:r>
            <a:r>
              <a:rPr lang="de-DE" dirty="0"/>
              <a:t> </a:t>
            </a:r>
            <a:r>
              <a:rPr lang="de-DE" dirty="0" err="1"/>
              <a:t>edit</a:t>
            </a:r>
            <a:r>
              <a:rPr lang="de-DE" dirty="0"/>
              <a:t> Master </a:t>
            </a:r>
            <a:r>
              <a:rPr lang="de-DE" dirty="0" err="1"/>
              <a:t>text</a:t>
            </a:r>
            <a:r>
              <a:rPr lang="de-DE" dirty="0"/>
              <a:t> </a:t>
            </a:r>
            <a:r>
              <a:rPr lang="de-DE" dirty="0" err="1"/>
              <a:t>styles</a:t>
            </a:r>
            <a:endParaRPr lang="de-DE" dirty="0"/>
          </a:p>
          <a:p>
            <a:pPr marL="176151" lvl="1" indent="-176151" defTabSz="914077" fontAlgn="base">
              <a:spcAft>
                <a:spcPts val="800"/>
              </a:spcAft>
              <a:buClr>
                <a:srgbClr val="003D7C"/>
              </a:buClr>
              <a:buSzPts val="1000"/>
            </a:pPr>
            <a:r>
              <a:rPr lang="de-DE" dirty="0"/>
              <a:t>Second </a:t>
            </a:r>
            <a:r>
              <a:rPr lang="de-DE" dirty="0" err="1"/>
              <a:t>level</a:t>
            </a:r>
            <a:endParaRPr lang="de-DE" dirty="0"/>
          </a:p>
          <a:p>
            <a:pPr marL="176151" lvl="2" indent="-176151" defTabSz="914077" fontAlgn="base">
              <a:spcAft>
                <a:spcPts val="800"/>
              </a:spcAft>
              <a:buClr>
                <a:srgbClr val="003D7C"/>
              </a:buClr>
              <a:buSzPts val="1000"/>
            </a:pPr>
            <a:r>
              <a:rPr lang="de-DE" dirty="0"/>
              <a:t>Third </a:t>
            </a:r>
            <a:r>
              <a:rPr lang="de-DE" dirty="0" err="1"/>
              <a:t>level</a:t>
            </a:r>
            <a:endParaRPr lang="de-DE" dirty="0"/>
          </a:p>
          <a:p>
            <a:pPr marL="176151" lvl="3" indent="-176151" defTabSz="914077" fontAlgn="base">
              <a:spcAft>
                <a:spcPts val="800"/>
              </a:spcAft>
              <a:buClr>
                <a:srgbClr val="003D7C"/>
              </a:buClr>
              <a:buSzPts val="1000"/>
            </a:pPr>
            <a:r>
              <a:rPr lang="de-DE" dirty="0" err="1"/>
              <a:t>Fourth</a:t>
            </a:r>
            <a:r>
              <a:rPr lang="de-DE" dirty="0"/>
              <a:t> </a:t>
            </a:r>
            <a:r>
              <a:rPr lang="de-DE" dirty="0" err="1"/>
              <a:t>level</a:t>
            </a:r>
            <a:endParaRPr lang="de-DE" dirty="0"/>
          </a:p>
          <a:p>
            <a:pPr marL="176151" lvl="4" indent="-176151" defTabSz="914077" fontAlgn="base">
              <a:spcAft>
                <a:spcPts val="800"/>
              </a:spcAft>
              <a:buClr>
                <a:srgbClr val="003D7C"/>
              </a:buClr>
              <a:buSzPts val="1000"/>
            </a:pPr>
            <a:r>
              <a:rPr lang="de-DE" dirty="0" err="1"/>
              <a:t>Fifth</a:t>
            </a:r>
            <a:r>
              <a:rPr lang="de-DE" dirty="0"/>
              <a:t> </a:t>
            </a:r>
            <a:r>
              <a:rPr lang="de-DE" dirty="0" err="1"/>
              <a:t>level</a:t>
            </a:r>
            <a:endParaRPr lang="de-DE" dirty="0"/>
          </a:p>
        </p:txBody>
      </p:sp>
      <p:sp>
        <p:nvSpPr>
          <p:cNvPr id="18" name="Inhaltsplatzhalter 3"/>
          <p:cNvSpPr>
            <a:spLocks noGrp="1"/>
          </p:cNvSpPr>
          <p:nvPr>
            <p:ph sz="quarter" idx="24"/>
          </p:nvPr>
        </p:nvSpPr>
        <p:spPr>
          <a:xfrm>
            <a:off x="5418700" y="4517511"/>
            <a:ext cx="4896000" cy="2268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5988" tIns="36000" rIns="0" bIns="35988" numCol="1" anchor="t" anchorCtr="0" compatLnSpc="1">
            <a:prstTxWarp prst="textNoShape">
              <a:avLst/>
            </a:prstTxWarp>
          </a:bodyPr>
          <a:lstStyle>
            <a:lvl1pPr marL="174625" indent="-174625" rtl="0">
              <a:spcBef>
                <a:spcPts val="0"/>
              </a:spcBef>
              <a:spcAft>
                <a:spcPts val="600"/>
              </a:spcAft>
              <a:buClr>
                <a:srgbClr val="003D7C"/>
              </a:buClr>
              <a:defRPr lang="de-DE" sz="1000" b="0" smtClean="0">
                <a:solidFill>
                  <a:schemeClr val="tx1"/>
                </a:solidFill>
              </a:defRPr>
            </a:lvl1pPr>
            <a:lvl2pPr rtl="0">
              <a:spcBef>
                <a:spcPts val="0"/>
              </a:spcBef>
              <a:spcAft>
                <a:spcPts val="600"/>
              </a:spcAft>
              <a:buClr>
                <a:srgbClr val="003D7C"/>
              </a:buClr>
              <a:defRPr lang="de-DE" sz="1000" smtClean="0"/>
            </a:lvl2pPr>
            <a:lvl3pPr rtl="0">
              <a:spcBef>
                <a:spcPts val="0"/>
              </a:spcBef>
              <a:spcAft>
                <a:spcPts val="600"/>
              </a:spcAft>
              <a:buClr>
                <a:srgbClr val="003D7C"/>
              </a:buClr>
              <a:defRPr lang="de-DE" sz="1000" smtClean="0"/>
            </a:lvl3pPr>
            <a:lvl4pPr rtl="0">
              <a:spcBef>
                <a:spcPts val="0"/>
              </a:spcBef>
              <a:spcAft>
                <a:spcPts val="600"/>
              </a:spcAft>
              <a:buClr>
                <a:srgbClr val="003D7C"/>
              </a:buClr>
              <a:defRPr lang="de-DE" sz="1000" smtClean="0"/>
            </a:lvl4pPr>
            <a:lvl5pPr rtl="0">
              <a:spcBef>
                <a:spcPts val="0"/>
              </a:spcBef>
              <a:spcAft>
                <a:spcPts val="600"/>
              </a:spcAft>
              <a:buClr>
                <a:srgbClr val="003D7C"/>
              </a:buClr>
              <a:defRPr lang="de-DE" sz="1000" dirty="0"/>
            </a:lvl5pPr>
          </a:lstStyle>
          <a:p>
            <a:pPr marL="176151" lvl="0" indent="-176151" defTabSz="914077" fontAlgn="base">
              <a:spcAft>
                <a:spcPts val="800"/>
              </a:spcAft>
              <a:buClr>
                <a:srgbClr val="003D7C"/>
              </a:buClr>
              <a:buSzPts val="1000"/>
            </a:pPr>
            <a:r>
              <a:rPr lang="de-DE" dirty="0"/>
              <a:t>Click </a:t>
            </a:r>
            <a:r>
              <a:rPr lang="de-DE" dirty="0" err="1"/>
              <a:t>to</a:t>
            </a:r>
            <a:r>
              <a:rPr lang="de-DE" dirty="0"/>
              <a:t> </a:t>
            </a:r>
            <a:r>
              <a:rPr lang="de-DE" dirty="0" err="1"/>
              <a:t>edit</a:t>
            </a:r>
            <a:r>
              <a:rPr lang="de-DE" dirty="0"/>
              <a:t> Master </a:t>
            </a:r>
            <a:r>
              <a:rPr lang="de-DE" dirty="0" err="1"/>
              <a:t>text</a:t>
            </a:r>
            <a:r>
              <a:rPr lang="de-DE" dirty="0"/>
              <a:t> </a:t>
            </a:r>
            <a:r>
              <a:rPr lang="de-DE" dirty="0" err="1"/>
              <a:t>styles</a:t>
            </a:r>
            <a:endParaRPr lang="de-DE" dirty="0"/>
          </a:p>
          <a:p>
            <a:pPr marL="176151" lvl="1" indent="-176151" defTabSz="914077" fontAlgn="base">
              <a:spcAft>
                <a:spcPts val="800"/>
              </a:spcAft>
              <a:buClr>
                <a:srgbClr val="003D7C"/>
              </a:buClr>
              <a:buSzPts val="1000"/>
            </a:pPr>
            <a:r>
              <a:rPr lang="de-DE" dirty="0"/>
              <a:t>Second </a:t>
            </a:r>
            <a:r>
              <a:rPr lang="de-DE" dirty="0" err="1"/>
              <a:t>level</a:t>
            </a:r>
            <a:endParaRPr lang="de-DE" dirty="0"/>
          </a:p>
          <a:p>
            <a:pPr marL="176151" lvl="2" indent="-176151" defTabSz="914077" fontAlgn="base">
              <a:spcAft>
                <a:spcPts val="800"/>
              </a:spcAft>
              <a:buClr>
                <a:srgbClr val="003D7C"/>
              </a:buClr>
              <a:buSzPts val="1000"/>
            </a:pPr>
            <a:r>
              <a:rPr lang="de-DE" dirty="0"/>
              <a:t>Third </a:t>
            </a:r>
            <a:r>
              <a:rPr lang="de-DE" dirty="0" err="1"/>
              <a:t>level</a:t>
            </a:r>
            <a:endParaRPr lang="de-DE" dirty="0"/>
          </a:p>
          <a:p>
            <a:pPr marL="176151" lvl="3" indent="-176151" defTabSz="914077" fontAlgn="base">
              <a:spcAft>
                <a:spcPts val="800"/>
              </a:spcAft>
              <a:buClr>
                <a:srgbClr val="003D7C"/>
              </a:buClr>
              <a:buSzPts val="1000"/>
            </a:pPr>
            <a:r>
              <a:rPr lang="de-DE" dirty="0" err="1"/>
              <a:t>Fourth</a:t>
            </a:r>
            <a:r>
              <a:rPr lang="de-DE" dirty="0"/>
              <a:t> </a:t>
            </a:r>
            <a:r>
              <a:rPr lang="de-DE" dirty="0" err="1"/>
              <a:t>level</a:t>
            </a:r>
            <a:endParaRPr lang="de-DE" dirty="0"/>
          </a:p>
          <a:p>
            <a:pPr marL="176151" lvl="4" indent="-176151" defTabSz="914077" fontAlgn="base">
              <a:spcAft>
                <a:spcPts val="800"/>
              </a:spcAft>
              <a:buClr>
                <a:srgbClr val="003D7C"/>
              </a:buClr>
              <a:buSzPts val="1000"/>
            </a:pPr>
            <a:r>
              <a:rPr lang="de-DE" dirty="0" err="1"/>
              <a:t>Fifth</a:t>
            </a:r>
            <a:r>
              <a:rPr lang="de-DE" dirty="0"/>
              <a:t> </a:t>
            </a:r>
            <a:r>
              <a:rPr lang="de-DE" dirty="0" err="1"/>
              <a:t>level</a:t>
            </a:r>
            <a:endParaRPr lang="de-DE" dirty="0"/>
          </a:p>
        </p:txBody>
      </p:sp>
      <p:sp>
        <p:nvSpPr>
          <p:cNvPr id="19" name="Line 58"/>
          <p:cNvSpPr>
            <a:spLocks noChangeShapeType="1"/>
          </p:cNvSpPr>
          <p:nvPr userDrawn="1"/>
        </p:nvSpPr>
        <p:spPr bwMode="auto">
          <a:xfrm>
            <a:off x="378700" y="1166665"/>
            <a:ext cx="9936000" cy="0"/>
          </a:xfrm>
          <a:prstGeom prst="line">
            <a:avLst/>
          </a:prstGeom>
          <a:noFill/>
          <a:ln w="19050" cap="flat">
            <a:solidFill>
              <a:srgbClr val="003D7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190" tIns="57095" rIns="114190" bIns="57095"/>
          <a:lstStyle/>
          <a:p>
            <a:pPr defTabSz="1042688" rtl="0"/>
            <a:endParaRPr lang="de-DE" sz="800" kern="0" dirty="0">
              <a:solidFill>
                <a:prstClr val="black"/>
              </a:solidFill>
            </a:endParaRPr>
          </a:p>
        </p:txBody>
      </p:sp>
      <p:sp>
        <p:nvSpPr>
          <p:cNvPr id="20" name="Titel 1"/>
          <p:cNvSpPr>
            <a:spLocks noGrp="1"/>
          </p:cNvSpPr>
          <p:nvPr>
            <p:ph type="title"/>
          </p:nvPr>
        </p:nvSpPr>
        <p:spPr>
          <a:xfrm>
            <a:off x="378700" y="450279"/>
            <a:ext cx="9936000" cy="720000"/>
          </a:xfrm>
        </p:spPr>
        <p:txBody>
          <a:bodyPr vert="horz"/>
          <a:lstStyle>
            <a:lvl1pPr rtl="0">
              <a:defRPr sz="2000" b="1">
                <a:solidFill>
                  <a:schemeClr val="tx1"/>
                </a:solidFill>
                <a:latin typeface="Univers for Metzler" panose="020B0503030202020203" pitchFamily="34" charset="0"/>
              </a:defRPr>
            </a:lvl1pPr>
          </a:lstStyle>
          <a:p>
            <a:r>
              <a:rPr lang="de-DE"/>
              <a:t>Click to edit Master title style</a:t>
            </a:r>
            <a:endParaRPr lang="de-DE" dirty="0"/>
          </a:p>
        </p:txBody>
      </p:sp>
      <p:sp>
        <p:nvSpPr>
          <p:cNvPr id="21" name="Textplatzhalter 5"/>
          <p:cNvSpPr>
            <a:spLocks noGrp="1"/>
          </p:cNvSpPr>
          <p:nvPr>
            <p:ph type="body" sz="quarter" idx="12" hasCustomPrompt="1"/>
          </p:nvPr>
        </p:nvSpPr>
        <p:spPr>
          <a:xfrm>
            <a:off x="378700" y="1243937"/>
            <a:ext cx="9936000" cy="271120"/>
          </a:xfrm>
        </p:spPr>
        <p:txBody>
          <a:bodyPr/>
          <a:lstStyle>
            <a:lvl1pPr marL="0" indent="0" rtl="0">
              <a:buNone/>
              <a:defRPr sz="1400" b="1">
                <a:solidFill>
                  <a:schemeClr val="tx2"/>
                </a:solidFill>
                <a:latin typeface="Univers for Metzler" panose="020B0503030202020203" pitchFamily="34" charset="0"/>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Untertitel</a:t>
            </a:r>
          </a:p>
        </p:txBody>
      </p:sp>
      <p:sp>
        <p:nvSpPr>
          <p:cNvPr id="22" name="Textplatzhalter 5"/>
          <p:cNvSpPr>
            <a:spLocks noGrp="1"/>
          </p:cNvSpPr>
          <p:nvPr>
            <p:ph type="body" sz="quarter" idx="13" hasCustomPrompt="1"/>
          </p:nvPr>
        </p:nvSpPr>
        <p:spPr>
          <a:xfrm>
            <a:off x="378700" y="233868"/>
            <a:ext cx="9936000" cy="216000"/>
          </a:xfrm>
        </p:spPr>
        <p:txBody>
          <a:bodyPr anchor="t" anchorCtr="0"/>
          <a:lstStyle>
            <a:lvl1pPr marL="0" indent="0" rtl="0">
              <a:buNone/>
              <a:defRPr sz="1000" b="0">
                <a:solidFill>
                  <a:schemeClr val="tx2"/>
                </a:solidFill>
                <a:latin typeface="Univers for Metzler" panose="020B0503030202020203" pitchFamily="34" charset="0"/>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Agenda</a:t>
            </a:r>
          </a:p>
        </p:txBody>
      </p:sp>
      <p:sp>
        <p:nvSpPr>
          <p:cNvPr id="2" name="Textplatzhalter 5">
            <a:extLst>
              <a:ext uri="{FF2B5EF4-FFF2-40B4-BE49-F238E27FC236}">
                <a16:creationId xmlns:a16="http://schemas.microsoft.com/office/drawing/2014/main" id="{8F5AD8E9-FF5A-9034-4A9B-F1EA80C6D8C7}"/>
              </a:ext>
            </a:extLst>
          </p:cNvPr>
          <p:cNvSpPr>
            <a:spLocks noGrp="1"/>
          </p:cNvSpPr>
          <p:nvPr>
            <p:ph type="body" sz="quarter" idx="14" hasCustomPrompt="1"/>
          </p:nvPr>
        </p:nvSpPr>
        <p:spPr>
          <a:xfrm>
            <a:off x="603250" y="7133281"/>
            <a:ext cx="7128000" cy="168344"/>
          </a:xfrm>
        </p:spPr>
        <p:txBody>
          <a:bodyPr/>
          <a:lstStyle>
            <a:lvl1pPr marL="0" indent="0" rtl="0">
              <a:buNone/>
              <a:defRPr sz="800" b="0">
                <a:solidFill>
                  <a:schemeClr val="tx1"/>
                </a:solidFill>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Quelle:</a:t>
            </a:r>
          </a:p>
        </p:txBody>
      </p:sp>
      <p:sp>
        <p:nvSpPr>
          <p:cNvPr id="3" name="Textplatzhalter 5">
            <a:extLst>
              <a:ext uri="{FF2B5EF4-FFF2-40B4-BE49-F238E27FC236}">
                <a16:creationId xmlns:a16="http://schemas.microsoft.com/office/drawing/2014/main" id="{18A612C8-EDA8-D3C6-62E6-27C028E1446D}"/>
              </a:ext>
            </a:extLst>
          </p:cNvPr>
          <p:cNvSpPr>
            <a:spLocks noGrp="1"/>
          </p:cNvSpPr>
          <p:nvPr>
            <p:ph type="body" sz="quarter" idx="15" hasCustomPrompt="1"/>
          </p:nvPr>
        </p:nvSpPr>
        <p:spPr>
          <a:xfrm>
            <a:off x="378700" y="6887665"/>
            <a:ext cx="7344000" cy="168344"/>
          </a:xfrm>
        </p:spPr>
        <p:txBody>
          <a:bodyPr bIns="36000" anchor="b" anchorCtr="0"/>
          <a:lstStyle>
            <a:lvl1pPr marL="0" indent="0" rtl="0">
              <a:buNone/>
              <a:defRPr sz="800" b="0">
                <a:solidFill>
                  <a:schemeClr val="tx1"/>
                </a:solidFill>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1) Anmerkung</a:t>
            </a:r>
          </a:p>
        </p:txBody>
      </p:sp>
    </p:spTree>
    <p:extLst>
      <p:ext uri="{BB962C8B-B14F-4D97-AF65-F5344CB8AC3E}">
        <p14:creationId xmlns:p14="http://schemas.microsoft.com/office/powerpoint/2010/main" val="2464429201"/>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_Inhalt_0">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7562457E-93B2-7414-FFC3-D6E8FDB0F0FA}"/>
              </a:ext>
            </a:extLst>
          </p:cNvPr>
          <p:cNvGraphicFramePr>
            <a:graphicFrameLocks noChangeAspect="1"/>
          </p:cNvGraphicFramePr>
          <p:nvPr userDrawn="1">
            <p:custDataLst>
              <p:tags r:id="rId1"/>
            </p:custDataLst>
            <p:extLst>
              <p:ext uri="{D42A27DB-BD31-4B8C-83A1-F6EECF244321}">
                <p14:modId xmlns:p14="http://schemas.microsoft.com/office/powerpoint/2010/main" val="150723961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 name="Textplatzhalter 5"/>
          <p:cNvSpPr>
            <a:spLocks noGrp="1"/>
          </p:cNvSpPr>
          <p:nvPr>
            <p:ph type="body" sz="quarter" idx="16" hasCustomPrompt="1"/>
          </p:nvPr>
        </p:nvSpPr>
        <p:spPr>
          <a:xfrm>
            <a:off x="378700" y="1623075"/>
            <a:ext cx="4896000" cy="252000"/>
          </a:xfr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lvl1pPr marL="0" indent="0" rtl="0">
              <a:spcBef>
                <a:spcPts val="0"/>
              </a:spcBef>
              <a:buFont typeface="Arial" panose="020B0604020202020204" pitchFamily="34" charset="0"/>
              <a:buNone/>
              <a:defRPr lang="de-DE" sz="1000" b="1" dirty="0">
                <a:solidFill>
                  <a:schemeClr val="tx1"/>
                </a:solidFill>
              </a:defRPr>
            </a:lvl1pPr>
          </a:lstStyle>
          <a:p>
            <a:pPr marL="0" lvl="0"/>
            <a:r>
              <a:rPr lang="de-DE" dirty="0"/>
              <a:t>Überschrift</a:t>
            </a:r>
          </a:p>
        </p:txBody>
      </p:sp>
      <p:sp>
        <p:nvSpPr>
          <p:cNvPr id="12" name="Textplatzhalter 5"/>
          <p:cNvSpPr>
            <a:spLocks noGrp="1"/>
          </p:cNvSpPr>
          <p:nvPr>
            <p:ph type="body" sz="quarter" idx="19" hasCustomPrompt="1"/>
          </p:nvPr>
        </p:nvSpPr>
        <p:spPr>
          <a:xfrm>
            <a:off x="5418700" y="1623075"/>
            <a:ext cx="4896000" cy="252000"/>
          </a:xfr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lIns="90000" tIns="46800" rIns="90000" bIns="46800" rtlCol="0" anchor="ctr">
            <a:noAutofit/>
          </a:bodyPr>
          <a:lstStyle>
            <a:lvl1pPr marL="0" indent="0" rtl="0">
              <a:spcBef>
                <a:spcPts val="0"/>
              </a:spcBef>
              <a:buNone/>
              <a:defRPr lang="de-DE" sz="1000" b="1" dirty="0">
                <a:solidFill>
                  <a:schemeClr val="tx1"/>
                </a:solidFill>
              </a:defRPr>
            </a:lvl1pPr>
          </a:lstStyle>
          <a:p>
            <a:pPr marL="355600" lvl="0" indent="-355600"/>
            <a:r>
              <a:rPr lang="de-DE" dirty="0"/>
              <a:t>Überschrift</a:t>
            </a:r>
          </a:p>
        </p:txBody>
      </p:sp>
      <p:sp>
        <p:nvSpPr>
          <p:cNvPr id="13" name="Inhaltsplatzhalter 3"/>
          <p:cNvSpPr>
            <a:spLocks noGrp="1"/>
          </p:cNvSpPr>
          <p:nvPr>
            <p:ph sz="quarter" idx="10"/>
          </p:nvPr>
        </p:nvSpPr>
        <p:spPr>
          <a:xfrm>
            <a:off x="378700" y="1889373"/>
            <a:ext cx="4896000" cy="2268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5988" tIns="36000" rIns="0" bIns="35988" numCol="1" anchor="t" anchorCtr="0" compatLnSpc="1">
            <a:prstTxWarp prst="textNoShape">
              <a:avLst/>
            </a:prstTxWarp>
          </a:bodyPr>
          <a:lstStyle>
            <a:lvl1pPr marL="174625" indent="-174625" rtl="0">
              <a:spcBef>
                <a:spcPts val="0"/>
              </a:spcBef>
              <a:spcAft>
                <a:spcPts val="600"/>
              </a:spcAft>
              <a:buClr>
                <a:srgbClr val="003D7C"/>
              </a:buClr>
              <a:defRPr lang="de-DE" sz="1000" b="0" smtClean="0">
                <a:solidFill>
                  <a:schemeClr val="tx1"/>
                </a:solidFill>
              </a:defRPr>
            </a:lvl1pPr>
            <a:lvl2pPr rtl="0">
              <a:spcBef>
                <a:spcPts val="0"/>
              </a:spcBef>
              <a:spcAft>
                <a:spcPts val="600"/>
              </a:spcAft>
              <a:buClr>
                <a:srgbClr val="003D7C"/>
              </a:buClr>
              <a:defRPr lang="de-DE" sz="1000" smtClean="0"/>
            </a:lvl2pPr>
            <a:lvl3pPr rtl="0">
              <a:spcBef>
                <a:spcPts val="0"/>
              </a:spcBef>
              <a:spcAft>
                <a:spcPts val="600"/>
              </a:spcAft>
              <a:buClr>
                <a:srgbClr val="003D7C"/>
              </a:buClr>
              <a:defRPr lang="de-DE" sz="1000" smtClean="0"/>
            </a:lvl3pPr>
            <a:lvl4pPr rtl="0">
              <a:spcBef>
                <a:spcPts val="0"/>
              </a:spcBef>
              <a:spcAft>
                <a:spcPts val="600"/>
              </a:spcAft>
              <a:buClr>
                <a:srgbClr val="003D7C"/>
              </a:buClr>
              <a:defRPr lang="de-DE" sz="1000" smtClean="0"/>
            </a:lvl4pPr>
            <a:lvl5pPr rtl="0">
              <a:spcBef>
                <a:spcPts val="0"/>
              </a:spcBef>
              <a:spcAft>
                <a:spcPts val="600"/>
              </a:spcAft>
              <a:buClr>
                <a:srgbClr val="003D7C"/>
              </a:buClr>
              <a:defRPr lang="de-DE" sz="1000" dirty="0"/>
            </a:lvl5pPr>
          </a:lstStyle>
          <a:p>
            <a:pPr marL="176151" lvl="0" indent="-176151" defTabSz="914077" fontAlgn="base">
              <a:spcAft>
                <a:spcPts val="800"/>
              </a:spcAft>
              <a:buClr>
                <a:srgbClr val="003D7C"/>
              </a:buClr>
              <a:buSzPts val="1000"/>
            </a:pPr>
            <a:r>
              <a:rPr lang="de-DE" dirty="0"/>
              <a:t>Click </a:t>
            </a:r>
            <a:r>
              <a:rPr lang="de-DE" dirty="0" err="1"/>
              <a:t>to</a:t>
            </a:r>
            <a:r>
              <a:rPr lang="de-DE" dirty="0"/>
              <a:t> </a:t>
            </a:r>
            <a:r>
              <a:rPr lang="de-DE" dirty="0" err="1"/>
              <a:t>edit</a:t>
            </a:r>
            <a:r>
              <a:rPr lang="de-DE" dirty="0"/>
              <a:t> Master </a:t>
            </a:r>
            <a:r>
              <a:rPr lang="de-DE" dirty="0" err="1"/>
              <a:t>text</a:t>
            </a:r>
            <a:r>
              <a:rPr lang="de-DE" dirty="0"/>
              <a:t> </a:t>
            </a:r>
            <a:r>
              <a:rPr lang="de-DE" dirty="0" err="1"/>
              <a:t>styles</a:t>
            </a:r>
            <a:endParaRPr lang="de-DE" dirty="0"/>
          </a:p>
          <a:p>
            <a:pPr marL="176151" lvl="1" indent="-176151" defTabSz="914077" fontAlgn="base">
              <a:spcAft>
                <a:spcPts val="800"/>
              </a:spcAft>
              <a:buClr>
                <a:srgbClr val="003D7C"/>
              </a:buClr>
              <a:buSzPts val="1000"/>
            </a:pPr>
            <a:r>
              <a:rPr lang="de-DE" dirty="0"/>
              <a:t>Second </a:t>
            </a:r>
            <a:r>
              <a:rPr lang="de-DE" dirty="0" err="1"/>
              <a:t>level</a:t>
            </a:r>
            <a:endParaRPr lang="de-DE" dirty="0"/>
          </a:p>
          <a:p>
            <a:pPr marL="176151" lvl="2" indent="-176151" defTabSz="914077" fontAlgn="base">
              <a:spcAft>
                <a:spcPts val="800"/>
              </a:spcAft>
              <a:buClr>
                <a:srgbClr val="003D7C"/>
              </a:buClr>
              <a:buSzPts val="1000"/>
            </a:pPr>
            <a:r>
              <a:rPr lang="de-DE" dirty="0"/>
              <a:t>Third </a:t>
            </a:r>
            <a:r>
              <a:rPr lang="de-DE" dirty="0" err="1"/>
              <a:t>level</a:t>
            </a:r>
            <a:endParaRPr lang="de-DE" dirty="0"/>
          </a:p>
          <a:p>
            <a:pPr marL="176151" lvl="3" indent="-176151" defTabSz="914077" fontAlgn="base">
              <a:spcAft>
                <a:spcPts val="800"/>
              </a:spcAft>
              <a:buClr>
                <a:srgbClr val="003D7C"/>
              </a:buClr>
              <a:buSzPts val="1000"/>
            </a:pPr>
            <a:r>
              <a:rPr lang="de-DE" dirty="0" err="1"/>
              <a:t>Fourth</a:t>
            </a:r>
            <a:r>
              <a:rPr lang="de-DE" dirty="0"/>
              <a:t> </a:t>
            </a:r>
            <a:r>
              <a:rPr lang="de-DE" dirty="0" err="1"/>
              <a:t>level</a:t>
            </a:r>
            <a:endParaRPr lang="de-DE" dirty="0"/>
          </a:p>
          <a:p>
            <a:pPr marL="176151" lvl="4" indent="-176151" defTabSz="914077" fontAlgn="base">
              <a:spcAft>
                <a:spcPts val="800"/>
              </a:spcAft>
              <a:buClr>
                <a:srgbClr val="003D7C"/>
              </a:buClr>
              <a:buSzPts val="1000"/>
            </a:pPr>
            <a:r>
              <a:rPr lang="de-DE" dirty="0" err="1"/>
              <a:t>Fifth</a:t>
            </a:r>
            <a:r>
              <a:rPr lang="de-DE" dirty="0"/>
              <a:t> </a:t>
            </a:r>
            <a:r>
              <a:rPr lang="de-DE" dirty="0" err="1"/>
              <a:t>level</a:t>
            </a:r>
            <a:endParaRPr lang="de-DE" dirty="0"/>
          </a:p>
        </p:txBody>
      </p:sp>
      <p:sp>
        <p:nvSpPr>
          <p:cNvPr id="14" name="Inhaltsplatzhalter 3"/>
          <p:cNvSpPr>
            <a:spLocks noGrp="1"/>
          </p:cNvSpPr>
          <p:nvPr>
            <p:ph sz="quarter" idx="20"/>
          </p:nvPr>
        </p:nvSpPr>
        <p:spPr>
          <a:xfrm>
            <a:off x="5418700" y="1889373"/>
            <a:ext cx="4896000" cy="4896138"/>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5988" tIns="36000" rIns="0" bIns="35988" numCol="1" anchor="t" anchorCtr="0" compatLnSpc="1">
            <a:prstTxWarp prst="textNoShape">
              <a:avLst/>
            </a:prstTxWarp>
          </a:bodyPr>
          <a:lstStyle>
            <a:lvl1pPr marL="174625" indent="-174625" rtl="0">
              <a:spcBef>
                <a:spcPts val="0"/>
              </a:spcBef>
              <a:spcAft>
                <a:spcPts val="600"/>
              </a:spcAft>
              <a:buClr>
                <a:srgbClr val="003D7C"/>
              </a:buClr>
              <a:defRPr lang="de-DE" sz="1000" b="0" smtClean="0">
                <a:solidFill>
                  <a:schemeClr val="tx1"/>
                </a:solidFill>
              </a:defRPr>
            </a:lvl1pPr>
            <a:lvl2pPr rtl="0">
              <a:spcBef>
                <a:spcPts val="0"/>
              </a:spcBef>
              <a:spcAft>
                <a:spcPts val="600"/>
              </a:spcAft>
              <a:buClr>
                <a:srgbClr val="003D7C"/>
              </a:buClr>
              <a:defRPr lang="de-DE" sz="1000" smtClean="0"/>
            </a:lvl2pPr>
            <a:lvl3pPr rtl="0">
              <a:spcBef>
                <a:spcPts val="0"/>
              </a:spcBef>
              <a:spcAft>
                <a:spcPts val="600"/>
              </a:spcAft>
              <a:buClr>
                <a:srgbClr val="003D7C"/>
              </a:buClr>
              <a:defRPr lang="de-DE" sz="1000" smtClean="0"/>
            </a:lvl3pPr>
            <a:lvl4pPr rtl="0">
              <a:spcBef>
                <a:spcPts val="0"/>
              </a:spcBef>
              <a:spcAft>
                <a:spcPts val="600"/>
              </a:spcAft>
              <a:buClr>
                <a:srgbClr val="003D7C"/>
              </a:buClr>
              <a:defRPr lang="de-DE" sz="1000" smtClean="0"/>
            </a:lvl4pPr>
            <a:lvl5pPr rtl="0">
              <a:spcBef>
                <a:spcPts val="0"/>
              </a:spcBef>
              <a:spcAft>
                <a:spcPts val="600"/>
              </a:spcAft>
              <a:buClr>
                <a:srgbClr val="003D7C"/>
              </a:buClr>
              <a:defRPr lang="de-DE" sz="1000" dirty="0"/>
            </a:lvl5pPr>
          </a:lstStyle>
          <a:p>
            <a:pPr marL="176151" lvl="0" indent="-176151" defTabSz="914077" fontAlgn="base">
              <a:spcAft>
                <a:spcPts val="800"/>
              </a:spcAft>
              <a:buClr>
                <a:srgbClr val="003D7C"/>
              </a:buClr>
              <a:buSzPts val="1000"/>
            </a:pPr>
            <a:r>
              <a:rPr lang="de-DE" dirty="0"/>
              <a:t>Click </a:t>
            </a:r>
            <a:r>
              <a:rPr lang="de-DE" dirty="0" err="1"/>
              <a:t>to</a:t>
            </a:r>
            <a:r>
              <a:rPr lang="de-DE" dirty="0"/>
              <a:t> </a:t>
            </a:r>
            <a:r>
              <a:rPr lang="de-DE" dirty="0" err="1"/>
              <a:t>edit</a:t>
            </a:r>
            <a:r>
              <a:rPr lang="de-DE" dirty="0"/>
              <a:t> Master </a:t>
            </a:r>
            <a:r>
              <a:rPr lang="de-DE" dirty="0" err="1"/>
              <a:t>text</a:t>
            </a:r>
            <a:r>
              <a:rPr lang="de-DE" dirty="0"/>
              <a:t> </a:t>
            </a:r>
            <a:r>
              <a:rPr lang="de-DE" dirty="0" err="1"/>
              <a:t>styles</a:t>
            </a:r>
            <a:endParaRPr lang="de-DE" dirty="0"/>
          </a:p>
          <a:p>
            <a:pPr marL="176151" lvl="1" indent="-176151" defTabSz="914077" fontAlgn="base">
              <a:spcAft>
                <a:spcPts val="800"/>
              </a:spcAft>
              <a:buClr>
                <a:srgbClr val="003D7C"/>
              </a:buClr>
              <a:buSzPts val="1000"/>
            </a:pPr>
            <a:r>
              <a:rPr lang="de-DE" dirty="0"/>
              <a:t>Second </a:t>
            </a:r>
            <a:r>
              <a:rPr lang="de-DE" dirty="0" err="1"/>
              <a:t>level</a:t>
            </a:r>
            <a:endParaRPr lang="de-DE" dirty="0"/>
          </a:p>
          <a:p>
            <a:pPr marL="176151" lvl="2" indent="-176151" defTabSz="914077" fontAlgn="base">
              <a:spcAft>
                <a:spcPts val="800"/>
              </a:spcAft>
              <a:buClr>
                <a:srgbClr val="003D7C"/>
              </a:buClr>
              <a:buSzPts val="1000"/>
            </a:pPr>
            <a:r>
              <a:rPr lang="de-DE" dirty="0"/>
              <a:t>Third </a:t>
            </a:r>
            <a:r>
              <a:rPr lang="de-DE" dirty="0" err="1"/>
              <a:t>level</a:t>
            </a:r>
            <a:endParaRPr lang="de-DE" dirty="0"/>
          </a:p>
          <a:p>
            <a:pPr marL="176151" lvl="3" indent="-176151" defTabSz="914077" fontAlgn="base">
              <a:spcAft>
                <a:spcPts val="800"/>
              </a:spcAft>
              <a:buClr>
                <a:srgbClr val="003D7C"/>
              </a:buClr>
              <a:buSzPts val="1000"/>
            </a:pPr>
            <a:r>
              <a:rPr lang="de-DE" dirty="0" err="1"/>
              <a:t>Fourth</a:t>
            </a:r>
            <a:r>
              <a:rPr lang="de-DE" dirty="0"/>
              <a:t> </a:t>
            </a:r>
            <a:r>
              <a:rPr lang="de-DE" dirty="0" err="1"/>
              <a:t>level</a:t>
            </a:r>
            <a:endParaRPr lang="de-DE" dirty="0"/>
          </a:p>
          <a:p>
            <a:pPr marL="176151" lvl="4" indent="-176151" defTabSz="914077" fontAlgn="base">
              <a:spcAft>
                <a:spcPts val="800"/>
              </a:spcAft>
              <a:buClr>
                <a:srgbClr val="003D7C"/>
              </a:buClr>
              <a:buSzPts val="1000"/>
            </a:pPr>
            <a:r>
              <a:rPr lang="de-DE" dirty="0" err="1"/>
              <a:t>Fifth</a:t>
            </a:r>
            <a:r>
              <a:rPr lang="de-DE" dirty="0"/>
              <a:t> </a:t>
            </a:r>
            <a:r>
              <a:rPr lang="de-DE" dirty="0" err="1"/>
              <a:t>level</a:t>
            </a:r>
            <a:endParaRPr lang="de-DE" dirty="0"/>
          </a:p>
        </p:txBody>
      </p:sp>
      <p:sp>
        <p:nvSpPr>
          <p:cNvPr id="15" name="Textplatzhalter 5"/>
          <p:cNvSpPr>
            <a:spLocks noGrp="1"/>
          </p:cNvSpPr>
          <p:nvPr>
            <p:ph type="body" sz="quarter" idx="21" hasCustomPrompt="1"/>
          </p:nvPr>
        </p:nvSpPr>
        <p:spPr>
          <a:xfrm>
            <a:off x="378700" y="4251213"/>
            <a:ext cx="4896000" cy="252000"/>
          </a:xfr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lIns="90000" tIns="46800" rIns="90000" bIns="46800" rtlCol="0" anchor="ctr">
            <a:noAutofit/>
          </a:bodyPr>
          <a:lstStyle>
            <a:lvl1pPr marL="0" indent="0" rtl="0">
              <a:spcBef>
                <a:spcPts val="0"/>
              </a:spcBef>
              <a:buNone/>
              <a:defRPr lang="de-DE" sz="1000" b="1" dirty="0">
                <a:solidFill>
                  <a:schemeClr val="tx1"/>
                </a:solidFill>
              </a:defRPr>
            </a:lvl1pPr>
          </a:lstStyle>
          <a:p>
            <a:pPr marL="355600" lvl="0" indent="-355600"/>
            <a:r>
              <a:rPr lang="de-DE" dirty="0"/>
              <a:t>Überschrift</a:t>
            </a:r>
          </a:p>
        </p:txBody>
      </p:sp>
      <p:sp>
        <p:nvSpPr>
          <p:cNvPr id="17" name="Inhaltsplatzhalter 3"/>
          <p:cNvSpPr>
            <a:spLocks noGrp="1"/>
          </p:cNvSpPr>
          <p:nvPr>
            <p:ph sz="quarter" idx="23"/>
          </p:nvPr>
        </p:nvSpPr>
        <p:spPr>
          <a:xfrm>
            <a:off x="378700" y="4517511"/>
            <a:ext cx="4896000" cy="2268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5988" tIns="36000" rIns="0" bIns="35988" numCol="1" anchor="t" anchorCtr="0" compatLnSpc="1">
            <a:prstTxWarp prst="textNoShape">
              <a:avLst/>
            </a:prstTxWarp>
          </a:bodyPr>
          <a:lstStyle>
            <a:lvl1pPr marL="174625" indent="-174625" rtl="0">
              <a:spcBef>
                <a:spcPts val="0"/>
              </a:spcBef>
              <a:spcAft>
                <a:spcPts val="600"/>
              </a:spcAft>
              <a:buClr>
                <a:srgbClr val="003D7C"/>
              </a:buClr>
              <a:defRPr lang="de-DE" sz="1000" b="0" smtClean="0">
                <a:solidFill>
                  <a:schemeClr val="tx1"/>
                </a:solidFill>
              </a:defRPr>
            </a:lvl1pPr>
            <a:lvl2pPr rtl="0">
              <a:spcBef>
                <a:spcPts val="0"/>
              </a:spcBef>
              <a:spcAft>
                <a:spcPts val="600"/>
              </a:spcAft>
              <a:buClr>
                <a:srgbClr val="003D7C"/>
              </a:buClr>
              <a:defRPr lang="de-DE" sz="1000" smtClean="0"/>
            </a:lvl2pPr>
            <a:lvl3pPr rtl="0">
              <a:spcBef>
                <a:spcPts val="0"/>
              </a:spcBef>
              <a:spcAft>
                <a:spcPts val="600"/>
              </a:spcAft>
              <a:buClr>
                <a:srgbClr val="003D7C"/>
              </a:buClr>
              <a:defRPr lang="de-DE" sz="1000" smtClean="0"/>
            </a:lvl3pPr>
            <a:lvl4pPr rtl="0">
              <a:spcBef>
                <a:spcPts val="0"/>
              </a:spcBef>
              <a:spcAft>
                <a:spcPts val="600"/>
              </a:spcAft>
              <a:buClr>
                <a:srgbClr val="003D7C"/>
              </a:buClr>
              <a:defRPr lang="de-DE" sz="1000" smtClean="0"/>
            </a:lvl4pPr>
            <a:lvl5pPr rtl="0">
              <a:spcBef>
                <a:spcPts val="0"/>
              </a:spcBef>
              <a:spcAft>
                <a:spcPts val="600"/>
              </a:spcAft>
              <a:buClr>
                <a:srgbClr val="003D7C"/>
              </a:buClr>
              <a:defRPr lang="de-DE" sz="1000" dirty="0"/>
            </a:lvl5pPr>
          </a:lstStyle>
          <a:p>
            <a:pPr marL="176151" lvl="0" indent="-176151" defTabSz="914077" fontAlgn="base">
              <a:spcAft>
                <a:spcPts val="800"/>
              </a:spcAft>
              <a:buClr>
                <a:srgbClr val="003D7C"/>
              </a:buClr>
              <a:buSzPts val="1000"/>
            </a:pPr>
            <a:r>
              <a:rPr lang="de-DE" dirty="0"/>
              <a:t>Click </a:t>
            </a:r>
            <a:r>
              <a:rPr lang="de-DE" dirty="0" err="1"/>
              <a:t>to</a:t>
            </a:r>
            <a:r>
              <a:rPr lang="de-DE" dirty="0"/>
              <a:t> </a:t>
            </a:r>
            <a:r>
              <a:rPr lang="de-DE" dirty="0" err="1"/>
              <a:t>edit</a:t>
            </a:r>
            <a:r>
              <a:rPr lang="de-DE" dirty="0"/>
              <a:t> Master </a:t>
            </a:r>
            <a:r>
              <a:rPr lang="de-DE" dirty="0" err="1"/>
              <a:t>text</a:t>
            </a:r>
            <a:r>
              <a:rPr lang="de-DE" dirty="0"/>
              <a:t> </a:t>
            </a:r>
            <a:r>
              <a:rPr lang="de-DE" dirty="0" err="1"/>
              <a:t>styles</a:t>
            </a:r>
            <a:endParaRPr lang="de-DE" dirty="0"/>
          </a:p>
          <a:p>
            <a:pPr marL="176151" lvl="1" indent="-176151" defTabSz="914077" fontAlgn="base">
              <a:spcAft>
                <a:spcPts val="800"/>
              </a:spcAft>
              <a:buClr>
                <a:srgbClr val="003D7C"/>
              </a:buClr>
              <a:buSzPts val="1000"/>
            </a:pPr>
            <a:r>
              <a:rPr lang="de-DE" dirty="0"/>
              <a:t>Second </a:t>
            </a:r>
            <a:r>
              <a:rPr lang="de-DE" dirty="0" err="1"/>
              <a:t>level</a:t>
            </a:r>
            <a:endParaRPr lang="de-DE" dirty="0"/>
          </a:p>
          <a:p>
            <a:pPr marL="176151" lvl="2" indent="-176151" defTabSz="914077" fontAlgn="base">
              <a:spcAft>
                <a:spcPts val="800"/>
              </a:spcAft>
              <a:buClr>
                <a:srgbClr val="003D7C"/>
              </a:buClr>
              <a:buSzPts val="1000"/>
            </a:pPr>
            <a:r>
              <a:rPr lang="de-DE" dirty="0"/>
              <a:t>Third </a:t>
            </a:r>
            <a:r>
              <a:rPr lang="de-DE" dirty="0" err="1"/>
              <a:t>level</a:t>
            </a:r>
            <a:endParaRPr lang="de-DE" dirty="0"/>
          </a:p>
          <a:p>
            <a:pPr marL="176151" lvl="3" indent="-176151" defTabSz="914077" fontAlgn="base">
              <a:spcAft>
                <a:spcPts val="800"/>
              </a:spcAft>
              <a:buClr>
                <a:srgbClr val="003D7C"/>
              </a:buClr>
              <a:buSzPts val="1000"/>
            </a:pPr>
            <a:r>
              <a:rPr lang="de-DE" dirty="0" err="1"/>
              <a:t>Fourth</a:t>
            </a:r>
            <a:r>
              <a:rPr lang="de-DE" dirty="0"/>
              <a:t> </a:t>
            </a:r>
            <a:r>
              <a:rPr lang="de-DE" dirty="0" err="1"/>
              <a:t>level</a:t>
            </a:r>
            <a:endParaRPr lang="de-DE" dirty="0"/>
          </a:p>
          <a:p>
            <a:pPr marL="176151" lvl="4" indent="-176151" defTabSz="914077" fontAlgn="base">
              <a:spcAft>
                <a:spcPts val="800"/>
              </a:spcAft>
              <a:buClr>
                <a:srgbClr val="003D7C"/>
              </a:buClr>
              <a:buSzPts val="1000"/>
            </a:pPr>
            <a:r>
              <a:rPr lang="de-DE" dirty="0" err="1"/>
              <a:t>Fifth</a:t>
            </a:r>
            <a:r>
              <a:rPr lang="de-DE" dirty="0"/>
              <a:t> </a:t>
            </a:r>
            <a:r>
              <a:rPr lang="de-DE" dirty="0" err="1"/>
              <a:t>level</a:t>
            </a:r>
            <a:endParaRPr lang="de-DE" dirty="0"/>
          </a:p>
        </p:txBody>
      </p:sp>
      <p:sp>
        <p:nvSpPr>
          <p:cNvPr id="16" name="Line 58"/>
          <p:cNvSpPr>
            <a:spLocks noChangeShapeType="1"/>
          </p:cNvSpPr>
          <p:nvPr userDrawn="1"/>
        </p:nvSpPr>
        <p:spPr bwMode="auto">
          <a:xfrm>
            <a:off x="378700" y="1166665"/>
            <a:ext cx="9936000" cy="0"/>
          </a:xfrm>
          <a:prstGeom prst="line">
            <a:avLst/>
          </a:prstGeom>
          <a:noFill/>
          <a:ln w="19050" cap="flat">
            <a:solidFill>
              <a:srgbClr val="003D7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190" tIns="57095" rIns="114190" bIns="57095"/>
          <a:lstStyle/>
          <a:p>
            <a:pPr defTabSz="1042688" rtl="0"/>
            <a:endParaRPr lang="de-DE" sz="800" kern="0" dirty="0">
              <a:solidFill>
                <a:prstClr val="black"/>
              </a:solidFill>
            </a:endParaRPr>
          </a:p>
        </p:txBody>
      </p:sp>
      <p:sp>
        <p:nvSpPr>
          <p:cNvPr id="18" name="Titel 1"/>
          <p:cNvSpPr>
            <a:spLocks noGrp="1"/>
          </p:cNvSpPr>
          <p:nvPr>
            <p:ph type="title"/>
          </p:nvPr>
        </p:nvSpPr>
        <p:spPr>
          <a:xfrm>
            <a:off x="378700" y="450279"/>
            <a:ext cx="9936000" cy="720000"/>
          </a:xfrm>
        </p:spPr>
        <p:txBody>
          <a:bodyPr vert="horz"/>
          <a:lstStyle>
            <a:lvl1pPr rtl="0">
              <a:defRPr sz="2000" b="1">
                <a:solidFill>
                  <a:schemeClr val="tx1"/>
                </a:solidFill>
                <a:latin typeface="Univers for Metzler" panose="020B0503030202020203" pitchFamily="34" charset="0"/>
              </a:defRPr>
            </a:lvl1pPr>
          </a:lstStyle>
          <a:p>
            <a:r>
              <a:rPr lang="de-DE"/>
              <a:t>Click to edit Master title style</a:t>
            </a:r>
            <a:endParaRPr lang="de-DE" dirty="0"/>
          </a:p>
        </p:txBody>
      </p:sp>
      <p:sp>
        <p:nvSpPr>
          <p:cNvPr id="19" name="Textplatzhalter 5"/>
          <p:cNvSpPr>
            <a:spLocks noGrp="1"/>
          </p:cNvSpPr>
          <p:nvPr>
            <p:ph type="body" sz="quarter" idx="12" hasCustomPrompt="1"/>
          </p:nvPr>
        </p:nvSpPr>
        <p:spPr>
          <a:xfrm>
            <a:off x="378700" y="1243937"/>
            <a:ext cx="9936000" cy="271120"/>
          </a:xfrm>
        </p:spPr>
        <p:txBody>
          <a:bodyPr/>
          <a:lstStyle>
            <a:lvl1pPr marL="0" indent="0" rtl="0">
              <a:buNone/>
              <a:defRPr sz="1400" b="1">
                <a:solidFill>
                  <a:schemeClr val="tx2"/>
                </a:solidFill>
                <a:latin typeface="Univers for Metzler" panose="020B0503030202020203" pitchFamily="34" charset="0"/>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Untertitel</a:t>
            </a:r>
          </a:p>
        </p:txBody>
      </p:sp>
      <p:sp>
        <p:nvSpPr>
          <p:cNvPr id="20" name="Textplatzhalter 5"/>
          <p:cNvSpPr>
            <a:spLocks noGrp="1"/>
          </p:cNvSpPr>
          <p:nvPr>
            <p:ph type="body" sz="quarter" idx="13" hasCustomPrompt="1"/>
          </p:nvPr>
        </p:nvSpPr>
        <p:spPr>
          <a:xfrm>
            <a:off x="378700" y="233868"/>
            <a:ext cx="9936000" cy="216000"/>
          </a:xfrm>
        </p:spPr>
        <p:txBody>
          <a:bodyPr anchor="t" anchorCtr="0"/>
          <a:lstStyle>
            <a:lvl1pPr marL="0" indent="0" rtl="0">
              <a:buNone/>
              <a:defRPr sz="1000" b="0">
                <a:solidFill>
                  <a:schemeClr val="tx2"/>
                </a:solidFill>
                <a:latin typeface="Univers for Metzler" panose="020B0503030202020203" pitchFamily="34" charset="0"/>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Agenda</a:t>
            </a:r>
          </a:p>
        </p:txBody>
      </p:sp>
      <p:sp>
        <p:nvSpPr>
          <p:cNvPr id="2" name="Textplatzhalter 5">
            <a:extLst>
              <a:ext uri="{FF2B5EF4-FFF2-40B4-BE49-F238E27FC236}">
                <a16:creationId xmlns:a16="http://schemas.microsoft.com/office/drawing/2014/main" id="{1FF36A64-BC91-1F4F-6407-46A8178CCB1E}"/>
              </a:ext>
            </a:extLst>
          </p:cNvPr>
          <p:cNvSpPr>
            <a:spLocks noGrp="1"/>
          </p:cNvSpPr>
          <p:nvPr>
            <p:ph type="body" sz="quarter" idx="14" hasCustomPrompt="1"/>
          </p:nvPr>
        </p:nvSpPr>
        <p:spPr>
          <a:xfrm>
            <a:off x="603250" y="7133281"/>
            <a:ext cx="7128000" cy="168344"/>
          </a:xfrm>
        </p:spPr>
        <p:txBody>
          <a:bodyPr/>
          <a:lstStyle>
            <a:lvl1pPr marL="0" indent="0" rtl="0">
              <a:buNone/>
              <a:defRPr sz="800" b="0">
                <a:solidFill>
                  <a:schemeClr val="tx1"/>
                </a:solidFill>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Quelle:</a:t>
            </a:r>
          </a:p>
        </p:txBody>
      </p:sp>
      <p:sp>
        <p:nvSpPr>
          <p:cNvPr id="3" name="Textplatzhalter 5">
            <a:extLst>
              <a:ext uri="{FF2B5EF4-FFF2-40B4-BE49-F238E27FC236}">
                <a16:creationId xmlns:a16="http://schemas.microsoft.com/office/drawing/2014/main" id="{4ED4F356-83E0-94D8-91E3-499FAA96F0F1}"/>
              </a:ext>
            </a:extLst>
          </p:cNvPr>
          <p:cNvSpPr>
            <a:spLocks noGrp="1"/>
          </p:cNvSpPr>
          <p:nvPr>
            <p:ph type="body" sz="quarter" idx="15" hasCustomPrompt="1"/>
          </p:nvPr>
        </p:nvSpPr>
        <p:spPr>
          <a:xfrm>
            <a:off x="378700" y="6887665"/>
            <a:ext cx="7344000" cy="168344"/>
          </a:xfrm>
        </p:spPr>
        <p:txBody>
          <a:bodyPr bIns="36000" anchor="b" anchorCtr="0"/>
          <a:lstStyle>
            <a:lvl1pPr marL="0" indent="0" rtl="0">
              <a:buNone/>
              <a:defRPr sz="800" b="0">
                <a:solidFill>
                  <a:schemeClr val="tx1"/>
                </a:solidFill>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1) Anmerkung</a:t>
            </a:r>
          </a:p>
        </p:txBody>
      </p:sp>
    </p:spTree>
    <p:extLst>
      <p:ext uri="{BB962C8B-B14F-4D97-AF65-F5344CB8AC3E}">
        <p14:creationId xmlns:p14="http://schemas.microsoft.com/office/powerpoint/2010/main" val="4208212617"/>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6_Inhalt_0">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DC6142E2-CA13-8EFF-6D2A-B007E87B4C9D}"/>
              </a:ext>
            </a:extLst>
          </p:cNvPr>
          <p:cNvGraphicFramePr>
            <a:graphicFrameLocks noChangeAspect="1"/>
          </p:cNvGraphicFramePr>
          <p:nvPr userDrawn="1">
            <p:custDataLst>
              <p:tags r:id="rId1"/>
            </p:custDataLst>
            <p:extLst>
              <p:ext uri="{D42A27DB-BD31-4B8C-83A1-F6EECF244321}">
                <p14:modId xmlns:p14="http://schemas.microsoft.com/office/powerpoint/2010/main" val="8178678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 name="Textplatzhalter 5"/>
          <p:cNvSpPr>
            <a:spLocks noGrp="1"/>
          </p:cNvSpPr>
          <p:nvPr>
            <p:ph type="body" sz="quarter" idx="16" hasCustomPrompt="1"/>
          </p:nvPr>
        </p:nvSpPr>
        <p:spPr>
          <a:xfrm>
            <a:off x="378700" y="1623075"/>
            <a:ext cx="9936000" cy="252000"/>
          </a:xfr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lvl1pPr marL="0" indent="0" rtl="0">
              <a:spcBef>
                <a:spcPts val="0"/>
              </a:spcBef>
              <a:buFont typeface="Arial" panose="020B0604020202020204" pitchFamily="34" charset="0"/>
              <a:buNone/>
              <a:defRPr lang="de-DE" sz="1000" b="1" dirty="0">
                <a:solidFill>
                  <a:schemeClr val="tx1"/>
                </a:solidFill>
              </a:defRPr>
            </a:lvl1pPr>
          </a:lstStyle>
          <a:p>
            <a:pPr marL="0" lvl="0"/>
            <a:r>
              <a:rPr lang="de-DE" dirty="0"/>
              <a:t>Überschrift</a:t>
            </a:r>
          </a:p>
        </p:txBody>
      </p:sp>
      <p:sp>
        <p:nvSpPr>
          <p:cNvPr id="13" name="Inhaltsplatzhalter 3"/>
          <p:cNvSpPr>
            <a:spLocks noGrp="1"/>
          </p:cNvSpPr>
          <p:nvPr>
            <p:ph sz="quarter" idx="10"/>
          </p:nvPr>
        </p:nvSpPr>
        <p:spPr>
          <a:xfrm>
            <a:off x="378700" y="1889371"/>
            <a:ext cx="9936000" cy="4896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5988" tIns="36000" rIns="0" bIns="35988" numCol="1" anchor="t" anchorCtr="0" compatLnSpc="1">
            <a:prstTxWarp prst="textNoShape">
              <a:avLst/>
            </a:prstTxWarp>
          </a:bodyPr>
          <a:lstStyle>
            <a:lvl1pPr marL="174625" indent="-174625" rtl="0">
              <a:spcBef>
                <a:spcPts val="0"/>
              </a:spcBef>
              <a:spcAft>
                <a:spcPts val="600"/>
              </a:spcAft>
              <a:buClr>
                <a:srgbClr val="003D7C"/>
              </a:buClr>
              <a:defRPr lang="de-DE" sz="1000" b="0" smtClean="0">
                <a:solidFill>
                  <a:schemeClr val="tx1"/>
                </a:solidFill>
              </a:defRPr>
            </a:lvl1pPr>
            <a:lvl2pPr rtl="0">
              <a:spcBef>
                <a:spcPts val="0"/>
              </a:spcBef>
              <a:spcAft>
                <a:spcPts val="600"/>
              </a:spcAft>
              <a:buClr>
                <a:srgbClr val="003D7C"/>
              </a:buClr>
              <a:defRPr lang="de-DE" sz="1000" smtClean="0"/>
            </a:lvl2pPr>
            <a:lvl3pPr rtl="0">
              <a:spcBef>
                <a:spcPts val="0"/>
              </a:spcBef>
              <a:spcAft>
                <a:spcPts val="600"/>
              </a:spcAft>
              <a:buClr>
                <a:srgbClr val="003D7C"/>
              </a:buClr>
              <a:defRPr lang="de-DE" sz="1000" smtClean="0"/>
            </a:lvl3pPr>
            <a:lvl4pPr rtl="0">
              <a:spcBef>
                <a:spcPts val="0"/>
              </a:spcBef>
              <a:spcAft>
                <a:spcPts val="600"/>
              </a:spcAft>
              <a:buClr>
                <a:srgbClr val="003D7C"/>
              </a:buClr>
              <a:defRPr lang="de-DE" sz="1000" smtClean="0"/>
            </a:lvl4pPr>
            <a:lvl5pPr rtl="0">
              <a:spcBef>
                <a:spcPts val="0"/>
              </a:spcBef>
              <a:spcAft>
                <a:spcPts val="600"/>
              </a:spcAft>
              <a:buClr>
                <a:srgbClr val="003D7C"/>
              </a:buClr>
              <a:defRPr lang="de-DE" sz="1000" dirty="0"/>
            </a:lvl5pPr>
          </a:lstStyle>
          <a:p>
            <a:pPr marL="176151" lvl="0" indent="-176151" defTabSz="914077" fontAlgn="base">
              <a:spcAft>
                <a:spcPts val="800"/>
              </a:spcAft>
              <a:buClr>
                <a:srgbClr val="003D7C"/>
              </a:buClr>
              <a:buSzPts val="1000"/>
            </a:pPr>
            <a:r>
              <a:rPr lang="de-DE" dirty="0"/>
              <a:t>Click </a:t>
            </a:r>
            <a:r>
              <a:rPr lang="de-DE" dirty="0" err="1"/>
              <a:t>to</a:t>
            </a:r>
            <a:r>
              <a:rPr lang="de-DE" dirty="0"/>
              <a:t> </a:t>
            </a:r>
            <a:r>
              <a:rPr lang="de-DE" dirty="0" err="1"/>
              <a:t>edit</a:t>
            </a:r>
            <a:r>
              <a:rPr lang="de-DE" dirty="0"/>
              <a:t> Master </a:t>
            </a:r>
            <a:r>
              <a:rPr lang="de-DE" dirty="0" err="1"/>
              <a:t>text</a:t>
            </a:r>
            <a:r>
              <a:rPr lang="de-DE" dirty="0"/>
              <a:t> </a:t>
            </a:r>
            <a:r>
              <a:rPr lang="de-DE" dirty="0" err="1"/>
              <a:t>styles</a:t>
            </a:r>
            <a:endParaRPr lang="de-DE" dirty="0"/>
          </a:p>
          <a:p>
            <a:pPr marL="176151" lvl="1" indent="-176151" defTabSz="914077" fontAlgn="base">
              <a:spcAft>
                <a:spcPts val="800"/>
              </a:spcAft>
              <a:buClr>
                <a:srgbClr val="003D7C"/>
              </a:buClr>
              <a:buSzPts val="1000"/>
            </a:pPr>
            <a:r>
              <a:rPr lang="de-DE" dirty="0"/>
              <a:t>Second </a:t>
            </a:r>
            <a:r>
              <a:rPr lang="de-DE" dirty="0" err="1"/>
              <a:t>level</a:t>
            </a:r>
            <a:endParaRPr lang="de-DE" dirty="0"/>
          </a:p>
          <a:p>
            <a:pPr marL="176151" lvl="2" indent="-176151" defTabSz="914077" fontAlgn="base">
              <a:spcAft>
                <a:spcPts val="800"/>
              </a:spcAft>
              <a:buClr>
                <a:srgbClr val="003D7C"/>
              </a:buClr>
              <a:buSzPts val="1000"/>
            </a:pPr>
            <a:r>
              <a:rPr lang="de-DE" dirty="0"/>
              <a:t>Third </a:t>
            </a:r>
            <a:r>
              <a:rPr lang="de-DE" dirty="0" err="1"/>
              <a:t>level</a:t>
            </a:r>
            <a:endParaRPr lang="de-DE" dirty="0"/>
          </a:p>
          <a:p>
            <a:pPr marL="176151" lvl="3" indent="-176151" defTabSz="914077" fontAlgn="base">
              <a:spcAft>
                <a:spcPts val="800"/>
              </a:spcAft>
              <a:buClr>
                <a:srgbClr val="003D7C"/>
              </a:buClr>
              <a:buSzPts val="1000"/>
            </a:pPr>
            <a:r>
              <a:rPr lang="de-DE" dirty="0" err="1"/>
              <a:t>Fourth</a:t>
            </a:r>
            <a:r>
              <a:rPr lang="de-DE" dirty="0"/>
              <a:t> </a:t>
            </a:r>
            <a:r>
              <a:rPr lang="de-DE" dirty="0" err="1"/>
              <a:t>level</a:t>
            </a:r>
            <a:endParaRPr lang="de-DE" dirty="0"/>
          </a:p>
          <a:p>
            <a:pPr marL="176151" lvl="4" indent="-176151" defTabSz="914077" fontAlgn="base">
              <a:spcAft>
                <a:spcPts val="800"/>
              </a:spcAft>
              <a:buClr>
                <a:srgbClr val="003D7C"/>
              </a:buClr>
              <a:buSzPts val="1000"/>
            </a:pPr>
            <a:r>
              <a:rPr lang="de-DE" dirty="0" err="1"/>
              <a:t>Fifth</a:t>
            </a:r>
            <a:r>
              <a:rPr lang="de-DE" dirty="0"/>
              <a:t> </a:t>
            </a:r>
            <a:r>
              <a:rPr lang="de-DE" dirty="0" err="1"/>
              <a:t>level</a:t>
            </a:r>
            <a:endParaRPr lang="de-DE" dirty="0"/>
          </a:p>
        </p:txBody>
      </p:sp>
      <p:sp>
        <p:nvSpPr>
          <p:cNvPr id="12" name="Line 58"/>
          <p:cNvSpPr>
            <a:spLocks noChangeShapeType="1"/>
          </p:cNvSpPr>
          <p:nvPr userDrawn="1"/>
        </p:nvSpPr>
        <p:spPr bwMode="auto">
          <a:xfrm>
            <a:off x="378700" y="1166665"/>
            <a:ext cx="9936000" cy="0"/>
          </a:xfrm>
          <a:prstGeom prst="line">
            <a:avLst/>
          </a:prstGeom>
          <a:noFill/>
          <a:ln w="19050" cap="flat">
            <a:solidFill>
              <a:srgbClr val="003D7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190" tIns="57095" rIns="114190" bIns="57095"/>
          <a:lstStyle/>
          <a:p>
            <a:pPr defTabSz="1042688" rtl="0"/>
            <a:endParaRPr lang="de-DE" sz="800" kern="0" dirty="0">
              <a:solidFill>
                <a:prstClr val="black"/>
              </a:solidFill>
            </a:endParaRPr>
          </a:p>
        </p:txBody>
      </p:sp>
      <p:sp>
        <p:nvSpPr>
          <p:cNvPr id="14" name="Titel 1"/>
          <p:cNvSpPr>
            <a:spLocks noGrp="1"/>
          </p:cNvSpPr>
          <p:nvPr>
            <p:ph type="title"/>
          </p:nvPr>
        </p:nvSpPr>
        <p:spPr>
          <a:xfrm>
            <a:off x="378700" y="450279"/>
            <a:ext cx="9936000" cy="720000"/>
          </a:xfrm>
        </p:spPr>
        <p:txBody>
          <a:bodyPr vert="horz"/>
          <a:lstStyle>
            <a:lvl1pPr rtl="0">
              <a:defRPr sz="2000" b="1">
                <a:solidFill>
                  <a:schemeClr val="tx1"/>
                </a:solidFill>
                <a:latin typeface="Univers for Metzler" panose="020B0503030202020203" pitchFamily="34" charset="0"/>
              </a:defRPr>
            </a:lvl1pPr>
          </a:lstStyle>
          <a:p>
            <a:r>
              <a:rPr lang="de-DE"/>
              <a:t>Click to edit Master title style</a:t>
            </a:r>
            <a:endParaRPr lang="de-DE" dirty="0"/>
          </a:p>
        </p:txBody>
      </p:sp>
      <p:sp>
        <p:nvSpPr>
          <p:cNvPr id="15" name="Textplatzhalter 5"/>
          <p:cNvSpPr>
            <a:spLocks noGrp="1"/>
          </p:cNvSpPr>
          <p:nvPr>
            <p:ph type="body" sz="quarter" idx="12" hasCustomPrompt="1"/>
          </p:nvPr>
        </p:nvSpPr>
        <p:spPr>
          <a:xfrm>
            <a:off x="378700" y="1243937"/>
            <a:ext cx="9936000" cy="271120"/>
          </a:xfrm>
        </p:spPr>
        <p:txBody>
          <a:bodyPr/>
          <a:lstStyle>
            <a:lvl1pPr marL="0" indent="0" rtl="0">
              <a:buNone/>
              <a:defRPr sz="1400" b="1">
                <a:solidFill>
                  <a:schemeClr val="tx2"/>
                </a:solidFill>
                <a:latin typeface="Univers for Metzler" panose="020B0503030202020203" pitchFamily="34" charset="0"/>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Untertitel</a:t>
            </a:r>
          </a:p>
        </p:txBody>
      </p:sp>
      <p:sp>
        <p:nvSpPr>
          <p:cNvPr id="16" name="Textplatzhalter 5"/>
          <p:cNvSpPr>
            <a:spLocks noGrp="1"/>
          </p:cNvSpPr>
          <p:nvPr>
            <p:ph type="body" sz="quarter" idx="13" hasCustomPrompt="1"/>
          </p:nvPr>
        </p:nvSpPr>
        <p:spPr>
          <a:xfrm>
            <a:off x="378700" y="233868"/>
            <a:ext cx="9936000" cy="216000"/>
          </a:xfrm>
        </p:spPr>
        <p:txBody>
          <a:bodyPr anchor="t" anchorCtr="0"/>
          <a:lstStyle>
            <a:lvl1pPr marL="0" indent="0" rtl="0">
              <a:buNone/>
              <a:defRPr sz="1000" b="0">
                <a:solidFill>
                  <a:schemeClr val="tx2"/>
                </a:solidFill>
                <a:latin typeface="Univers for Metzler" panose="020B0503030202020203" pitchFamily="34" charset="0"/>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Agenda</a:t>
            </a:r>
          </a:p>
        </p:txBody>
      </p:sp>
      <p:sp>
        <p:nvSpPr>
          <p:cNvPr id="2" name="Textplatzhalter 5">
            <a:extLst>
              <a:ext uri="{FF2B5EF4-FFF2-40B4-BE49-F238E27FC236}">
                <a16:creationId xmlns:a16="http://schemas.microsoft.com/office/drawing/2014/main" id="{25615038-39A8-E2B4-EB73-67D99E536EDD}"/>
              </a:ext>
            </a:extLst>
          </p:cNvPr>
          <p:cNvSpPr>
            <a:spLocks noGrp="1"/>
          </p:cNvSpPr>
          <p:nvPr>
            <p:ph type="body" sz="quarter" idx="14" hasCustomPrompt="1"/>
          </p:nvPr>
        </p:nvSpPr>
        <p:spPr>
          <a:xfrm>
            <a:off x="603250" y="7133281"/>
            <a:ext cx="7128000" cy="168344"/>
          </a:xfrm>
        </p:spPr>
        <p:txBody>
          <a:bodyPr/>
          <a:lstStyle>
            <a:lvl1pPr marL="0" indent="0" rtl="0">
              <a:buNone/>
              <a:defRPr sz="800" b="0">
                <a:solidFill>
                  <a:schemeClr val="tx1"/>
                </a:solidFill>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Quelle:</a:t>
            </a:r>
          </a:p>
        </p:txBody>
      </p:sp>
      <p:sp>
        <p:nvSpPr>
          <p:cNvPr id="3" name="Textplatzhalter 5">
            <a:extLst>
              <a:ext uri="{FF2B5EF4-FFF2-40B4-BE49-F238E27FC236}">
                <a16:creationId xmlns:a16="http://schemas.microsoft.com/office/drawing/2014/main" id="{7A06E2B3-76DA-AC17-2EFA-FB4B7FF165C3}"/>
              </a:ext>
            </a:extLst>
          </p:cNvPr>
          <p:cNvSpPr>
            <a:spLocks noGrp="1"/>
          </p:cNvSpPr>
          <p:nvPr>
            <p:ph type="body" sz="quarter" idx="15" hasCustomPrompt="1"/>
          </p:nvPr>
        </p:nvSpPr>
        <p:spPr>
          <a:xfrm>
            <a:off x="378700" y="6887665"/>
            <a:ext cx="7344000" cy="168344"/>
          </a:xfrm>
        </p:spPr>
        <p:txBody>
          <a:bodyPr bIns="36000" anchor="b" anchorCtr="0"/>
          <a:lstStyle>
            <a:lvl1pPr marL="0" indent="0" rtl="0">
              <a:buNone/>
              <a:defRPr sz="800" b="0">
                <a:solidFill>
                  <a:schemeClr val="tx1"/>
                </a:solidFill>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1) Anmerkung</a:t>
            </a:r>
          </a:p>
        </p:txBody>
      </p:sp>
    </p:spTree>
    <p:extLst>
      <p:ext uri="{BB962C8B-B14F-4D97-AF65-F5344CB8AC3E}">
        <p14:creationId xmlns:p14="http://schemas.microsoft.com/office/powerpoint/2010/main" val="2554523335"/>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sclaimer_deutsch">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3FE9935E-CB45-4C3D-64C4-3BE26AC14790}"/>
              </a:ext>
            </a:extLst>
          </p:cNvPr>
          <p:cNvGraphicFramePr>
            <a:graphicFrameLocks/>
          </p:cNvGraphicFramePr>
          <p:nvPr userDrawn="1">
            <p:custDataLst>
              <p:tags r:id="rId1"/>
            </p:custDataLst>
            <p:extLst>
              <p:ext uri="{D42A27DB-BD31-4B8C-83A1-F6EECF244321}">
                <p14:modId xmlns:p14="http://schemas.microsoft.com/office/powerpoint/2010/main" val="357765871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 name="Text Box 2"/>
          <p:cNvSpPr txBox="1">
            <a:spLocks noChangeArrowheads="1"/>
          </p:cNvSpPr>
          <p:nvPr userDrawn="1"/>
        </p:nvSpPr>
        <p:spPr bwMode="auto">
          <a:xfrm>
            <a:off x="378700" y="1620838"/>
            <a:ext cx="9936000" cy="3805238"/>
          </a:xfrm>
          <a:prstGeom prst="rect">
            <a:avLst/>
          </a:prstGeom>
          <a:noFill/>
          <a:ln>
            <a:noFill/>
          </a:ln>
          <a:effectLst/>
          <a:extLst>
            <a:ext uri="{909E8E84-426E-40DD-AFC4-6F175D3DCCD1}">
              <a14:hiddenFill xmlns:a14="http://schemas.microsoft.com/office/drawing/2010/main">
                <a:solidFill>
                  <a:srgbClr val="EBF4FF"/>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6000" tIns="36000" rIns="36000" bIns="36000" numCol="1" anchor="t" anchorCtr="0" compatLnSpc="1">
            <a:prstTxWarp prst="textNoShape">
              <a:avLst/>
            </a:prstTxWarp>
          </a:bodyPr>
          <a:lstStyle/>
          <a:p>
            <a:pPr algn="just" rtl="0">
              <a:lnSpc>
                <a:spcPct val="150000"/>
              </a:lnSpc>
              <a:spcAft>
                <a:spcPts val="600"/>
              </a:spcAft>
            </a:pPr>
            <a:r>
              <a:rPr lang="de-DE" sz="1050" dirty="0">
                <a:latin typeface="+mn-lt"/>
                <a:ea typeface="Times New Roman"/>
                <a:cs typeface="LTUnivers 330 BasicLight"/>
              </a:rPr>
              <a:t>Diese Präsentation wurde von der B. Metzler GmbH (nachfolgend Metzler Corporate Finance genannt) erstellt und basiert auf Information, die wir als verlässlich erachten, jedoch werden keine (ausdrücklichen oder stillschweigenden) Zusicherungen über die Richtigkeit oder Vollständigkeit der in dieser Präsentation enthaltenen Aussagen, Projektionen oder Berechnungen abgegeben. Metzler Corporate Finance ist nicht verpflichtet, Zugang zu weiteren Informationen zu gewähren oder diese Präsentation zu aktualisieren oder zu korrigieren. Metzler Corporate Finance schließt ausdrücklich jede Haftung für eine eventuelle Unrichtigkeit oder Unvollständigkeit dieser Präsentation sowie aller sonstigen Informationen aus, die dem Empfänger schriftlich, mündlich oder in sonstiger Weise übermittelt oder zugänglich gemacht werden. Der Empfänger verpflichtet sich, die Präsentation und die darin enthaltenen Informationen streng vertraulich zu behandeln. Diese Präsentation soll weder als Rechts- oder Steuerberatung dienen, noch kann sie diese ersetzen. </a:t>
            </a:r>
          </a:p>
          <a:p>
            <a:pPr marL="0" marR="0" lvl="0" indent="0" algn="just" defTabSz="914400" rtl="0" eaLnBrk="1" fontAlgn="base" latinLnBrk="0" hangingPunct="1">
              <a:lnSpc>
                <a:spcPct val="150000"/>
              </a:lnSpc>
              <a:spcBef>
                <a:spcPct val="0"/>
              </a:spcBef>
              <a:spcAft>
                <a:spcPts val="600"/>
              </a:spcAft>
              <a:buClrTx/>
              <a:buSzTx/>
              <a:buFontTx/>
              <a:buNone/>
              <a:tabLst/>
            </a:pPr>
            <a:endParaRPr kumimoji="0" lang="de-DE" sz="2000" b="0" i="0" u="none" strike="noStrike" cap="none" normalizeH="0" baseline="0" dirty="0">
              <a:ln>
                <a:noFill/>
              </a:ln>
              <a:solidFill>
                <a:schemeClr val="tx1"/>
              </a:solidFill>
              <a:effectLst/>
              <a:latin typeface="+mn-lt"/>
              <a:cs typeface="Arial" pitchFamily="34" charset="0"/>
            </a:endParaRPr>
          </a:p>
        </p:txBody>
      </p:sp>
      <p:sp>
        <p:nvSpPr>
          <p:cNvPr id="12" name="Rechteck 11"/>
          <p:cNvSpPr/>
          <p:nvPr userDrawn="1"/>
        </p:nvSpPr>
        <p:spPr>
          <a:xfrm>
            <a:off x="378700" y="4836630"/>
            <a:ext cx="5346700" cy="1954349"/>
          </a:xfrm>
          <a:prstGeom prst="rect">
            <a:avLst/>
          </a:prstGeom>
        </p:spPr>
        <p:txBody>
          <a:bodyPr lIns="91408" tIns="45704" rIns="91408" bIns="45704">
            <a:spAutoFit/>
          </a:bodyPr>
          <a:lstStyle/>
          <a:p>
            <a:pPr defTabSz="1042688" rtl="0"/>
            <a:r>
              <a:rPr lang="de-DE" sz="1000" b="1" dirty="0">
                <a:solidFill>
                  <a:schemeClr val="tx2"/>
                </a:solidFill>
              </a:rPr>
              <a:t>Metzler Corporate Finance</a:t>
            </a:r>
          </a:p>
          <a:p>
            <a:pPr defTabSz="1042688" rtl="0"/>
            <a:endParaRPr lang="de-DE" sz="1000" b="1" dirty="0">
              <a:solidFill>
                <a:schemeClr val="tx2"/>
              </a:solidFill>
            </a:endParaRPr>
          </a:p>
          <a:p>
            <a:pPr defTabSz="1042688" rtl="0"/>
            <a:r>
              <a:rPr lang="de-DE" sz="1000" b="1" dirty="0">
                <a:solidFill>
                  <a:schemeClr val="tx2"/>
                </a:solidFill>
              </a:rPr>
              <a:t>B. Metzler GmbH</a:t>
            </a:r>
          </a:p>
          <a:p>
            <a:pPr defTabSz="1042688" rtl="0"/>
            <a:r>
              <a:rPr lang="de-DE" sz="1000" b="1" dirty="0">
                <a:solidFill>
                  <a:schemeClr val="tx2"/>
                </a:solidFill>
              </a:rPr>
              <a:t>Untermainanlage 1</a:t>
            </a:r>
          </a:p>
          <a:p>
            <a:pPr defTabSz="1042688" rtl="0"/>
            <a:r>
              <a:rPr lang="de-DE" sz="1000" b="1" dirty="0">
                <a:solidFill>
                  <a:schemeClr val="tx2"/>
                </a:solidFill>
              </a:rPr>
              <a:t>60329 Frankfurt/Main</a:t>
            </a:r>
          </a:p>
          <a:p>
            <a:pPr defTabSz="1042688" rtl="0"/>
            <a:r>
              <a:rPr lang="de-DE" sz="1000" b="1" dirty="0">
                <a:solidFill>
                  <a:schemeClr val="tx2"/>
                </a:solidFill>
              </a:rPr>
              <a:t>Germany</a:t>
            </a:r>
          </a:p>
          <a:p>
            <a:pPr defTabSz="1042688" rtl="0"/>
            <a:r>
              <a:rPr lang="de-DE" sz="1000" b="1" dirty="0">
                <a:solidFill>
                  <a:schemeClr val="tx2"/>
                </a:solidFill>
              </a:rPr>
              <a:t>Phone +49 69 21 04</a:t>
            </a:r>
            <a:r>
              <a:rPr lang="de-DE" sz="300" b="1" dirty="0">
                <a:solidFill>
                  <a:schemeClr val="tx2"/>
                </a:solidFill>
              </a:rPr>
              <a:t> </a:t>
            </a:r>
            <a:r>
              <a:rPr lang="de-DE" sz="1000" b="1" dirty="0">
                <a:solidFill>
                  <a:schemeClr val="tx2"/>
                </a:solidFill>
              </a:rPr>
              <a:t>-</a:t>
            </a:r>
            <a:r>
              <a:rPr lang="de-DE" sz="300" b="1" dirty="0">
                <a:solidFill>
                  <a:schemeClr val="tx2"/>
                </a:solidFill>
              </a:rPr>
              <a:t> </a:t>
            </a:r>
            <a:r>
              <a:rPr lang="de-DE" sz="1000" b="1" dirty="0">
                <a:solidFill>
                  <a:schemeClr val="tx2"/>
                </a:solidFill>
              </a:rPr>
              <a:t>44 44</a:t>
            </a:r>
          </a:p>
          <a:p>
            <a:pPr defTabSz="1042688" rtl="0"/>
            <a:r>
              <a:rPr lang="de-DE" sz="1000" b="1" dirty="0">
                <a:solidFill>
                  <a:schemeClr val="tx2"/>
                </a:solidFill>
              </a:rPr>
              <a:t>Fax +49 69 29 26 50</a:t>
            </a:r>
          </a:p>
          <a:p>
            <a:pPr defTabSz="1042688" rtl="0"/>
            <a:r>
              <a:rPr lang="de-DE" sz="1000" b="1" dirty="0">
                <a:solidFill>
                  <a:schemeClr val="tx2"/>
                </a:solidFill>
              </a:rPr>
              <a:t>E-mail Corporate_Finance@metzler.com</a:t>
            </a:r>
          </a:p>
          <a:p>
            <a:pPr defTabSz="1042688" rtl="0"/>
            <a:r>
              <a:rPr lang="de-DE" sz="1000" b="1" dirty="0">
                <a:solidFill>
                  <a:schemeClr val="tx2"/>
                </a:solidFill>
              </a:rPr>
              <a:t>www.metzler.com</a:t>
            </a:r>
          </a:p>
          <a:p>
            <a:pPr defTabSz="1042688" rtl="0"/>
            <a:endParaRPr lang="de-DE" b="1" dirty="0">
              <a:solidFill>
                <a:schemeClr val="tx2"/>
              </a:solidFill>
            </a:endParaRPr>
          </a:p>
        </p:txBody>
      </p:sp>
      <p:sp>
        <p:nvSpPr>
          <p:cNvPr id="8" name="Line 58"/>
          <p:cNvSpPr>
            <a:spLocks noChangeShapeType="1"/>
          </p:cNvSpPr>
          <p:nvPr userDrawn="1"/>
        </p:nvSpPr>
        <p:spPr bwMode="auto">
          <a:xfrm>
            <a:off x="378700" y="1166665"/>
            <a:ext cx="9936000" cy="0"/>
          </a:xfrm>
          <a:prstGeom prst="line">
            <a:avLst/>
          </a:prstGeom>
          <a:noFill/>
          <a:ln w="19050" cap="flat">
            <a:solidFill>
              <a:srgbClr val="003D7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190" tIns="57095" rIns="114190" bIns="57095"/>
          <a:lstStyle/>
          <a:p>
            <a:pPr defTabSz="1042688" rtl="0"/>
            <a:endParaRPr lang="de-DE" sz="800" kern="0" dirty="0">
              <a:solidFill>
                <a:prstClr val="black"/>
              </a:solidFill>
            </a:endParaRPr>
          </a:p>
        </p:txBody>
      </p:sp>
      <p:sp>
        <p:nvSpPr>
          <p:cNvPr id="13" name="Textplatzhalter 5"/>
          <p:cNvSpPr>
            <a:spLocks noGrp="1"/>
          </p:cNvSpPr>
          <p:nvPr>
            <p:ph type="body" sz="quarter" idx="12" hasCustomPrompt="1"/>
          </p:nvPr>
        </p:nvSpPr>
        <p:spPr>
          <a:xfrm>
            <a:off x="378700" y="1243937"/>
            <a:ext cx="9936000" cy="271120"/>
          </a:xfrm>
        </p:spPr>
        <p:txBody>
          <a:bodyPr/>
          <a:lstStyle>
            <a:lvl1pPr marL="0" indent="0" rtl="0">
              <a:buNone/>
              <a:defRPr sz="1400" b="1">
                <a:solidFill>
                  <a:schemeClr val="tx2"/>
                </a:solidFill>
                <a:latin typeface="Univers for Metzler" panose="020B0503030202020203" pitchFamily="34" charset="0"/>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Untertitel</a:t>
            </a:r>
          </a:p>
        </p:txBody>
      </p:sp>
      <p:sp>
        <p:nvSpPr>
          <p:cNvPr id="14" name="Textplatzhalter 5"/>
          <p:cNvSpPr>
            <a:spLocks noGrp="1"/>
          </p:cNvSpPr>
          <p:nvPr>
            <p:ph type="body" sz="quarter" idx="13" hasCustomPrompt="1"/>
          </p:nvPr>
        </p:nvSpPr>
        <p:spPr>
          <a:xfrm>
            <a:off x="378700" y="233868"/>
            <a:ext cx="9936000" cy="216000"/>
          </a:xfrm>
        </p:spPr>
        <p:txBody>
          <a:bodyPr anchor="t" anchorCtr="0"/>
          <a:lstStyle>
            <a:lvl1pPr marL="0" indent="0" rtl="0">
              <a:buFontTx/>
              <a:buNone/>
              <a:defRPr sz="1000" b="0">
                <a:solidFill>
                  <a:schemeClr val="tx2"/>
                </a:solidFill>
                <a:latin typeface="Univers for Metzler" panose="020B0503030202020203" pitchFamily="34" charset="0"/>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Agenda</a:t>
            </a:r>
          </a:p>
        </p:txBody>
      </p:sp>
      <p:sp>
        <p:nvSpPr>
          <p:cNvPr id="15" name="Titel 1"/>
          <p:cNvSpPr txBox="1">
            <a:spLocks/>
          </p:cNvSpPr>
          <p:nvPr userDrawn="1"/>
        </p:nvSpPr>
        <p:spPr>
          <a:xfrm>
            <a:off x="378700" y="450279"/>
            <a:ext cx="9936000" cy="720000"/>
          </a:xfrm>
          <a:prstGeom prst="rect">
            <a:avLst/>
          </a:prstGeom>
        </p:spPr>
        <p:txBody>
          <a:bodyPr vert="horz" lIns="0" tIns="0" rIns="0" bIns="0" rtlCol="0" anchor="t">
            <a:noAutofit/>
          </a:bodyPr>
          <a:lstStyle>
            <a:lvl1pPr algn="l" defTabSz="1043056" rtl="0" eaLnBrk="1" latinLnBrk="0" hangingPunct="1">
              <a:spcBef>
                <a:spcPct val="0"/>
              </a:spcBef>
              <a:buNone/>
              <a:defRPr sz="2000" b="1" kern="1200">
                <a:solidFill>
                  <a:schemeClr val="tx1"/>
                </a:solidFill>
                <a:latin typeface="Univers for Metzler" panose="020B0503030202020203" pitchFamily="34" charset="0"/>
                <a:ea typeface="+mj-ea"/>
                <a:cs typeface="+mj-cs"/>
              </a:defRPr>
            </a:lvl1pPr>
          </a:lstStyle>
          <a:p>
            <a:pPr rtl="0"/>
            <a:r>
              <a:rPr lang="de-DE" dirty="0"/>
              <a:t>Disclaimer</a:t>
            </a:r>
          </a:p>
        </p:txBody>
      </p:sp>
    </p:spTree>
    <p:extLst>
      <p:ext uri="{BB962C8B-B14F-4D97-AF65-F5344CB8AC3E}">
        <p14:creationId xmlns:p14="http://schemas.microsoft.com/office/powerpoint/2010/main" val="13214728"/>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Inhalt_0_e">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B9A2B75F-BB38-F45A-A438-13408C994C82}"/>
              </a:ext>
            </a:extLst>
          </p:cNvPr>
          <p:cNvGraphicFramePr>
            <a:graphicFrameLocks noChangeAspect="1"/>
          </p:cNvGraphicFramePr>
          <p:nvPr userDrawn="1">
            <p:custDataLst>
              <p:tags r:id="rId1"/>
            </p:custDataLst>
            <p:extLst>
              <p:ext uri="{D42A27DB-BD31-4B8C-83A1-F6EECF244321}">
                <p14:modId xmlns:p14="http://schemas.microsoft.com/office/powerpoint/2010/main" val="422623253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el 1"/>
          <p:cNvSpPr>
            <a:spLocks noGrp="1"/>
          </p:cNvSpPr>
          <p:nvPr>
            <p:ph type="title"/>
          </p:nvPr>
        </p:nvSpPr>
        <p:spPr>
          <a:xfrm>
            <a:off x="378700" y="450279"/>
            <a:ext cx="9936000" cy="720000"/>
          </a:xfrm>
        </p:spPr>
        <p:txBody>
          <a:bodyPr vert="horz"/>
          <a:lstStyle>
            <a:lvl1pPr rtl="0">
              <a:defRPr sz="2000" b="1">
                <a:solidFill>
                  <a:schemeClr val="tx1"/>
                </a:solidFill>
                <a:latin typeface="Univers for Metzler" panose="020B0503030202020203" pitchFamily="34" charset="0"/>
              </a:defRPr>
            </a:lvl1pPr>
          </a:lstStyle>
          <a:p>
            <a:r>
              <a:rPr lang="de-DE"/>
              <a:t>Click to edit Master title style</a:t>
            </a:r>
            <a:endParaRPr lang="de-DE" dirty="0"/>
          </a:p>
        </p:txBody>
      </p:sp>
      <p:sp>
        <p:nvSpPr>
          <p:cNvPr id="6" name="Textplatzhalter 5"/>
          <p:cNvSpPr>
            <a:spLocks noGrp="1"/>
          </p:cNvSpPr>
          <p:nvPr>
            <p:ph type="body" sz="quarter" idx="12" hasCustomPrompt="1"/>
          </p:nvPr>
        </p:nvSpPr>
        <p:spPr>
          <a:xfrm>
            <a:off x="378700" y="1243937"/>
            <a:ext cx="9936000" cy="271120"/>
          </a:xfrm>
        </p:spPr>
        <p:txBody>
          <a:bodyPr/>
          <a:lstStyle>
            <a:lvl1pPr marL="0" indent="0" rtl="0">
              <a:buNone/>
              <a:defRPr sz="1400" b="1">
                <a:solidFill>
                  <a:schemeClr val="tx2"/>
                </a:solidFill>
                <a:latin typeface="Univers for Metzler" panose="020B0503030202020203" pitchFamily="34" charset="0"/>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Untertitel</a:t>
            </a:r>
          </a:p>
        </p:txBody>
      </p:sp>
      <p:sp>
        <p:nvSpPr>
          <p:cNvPr id="7" name="Textplatzhalter 5"/>
          <p:cNvSpPr>
            <a:spLocks noGrp="1"/>
          </p:cNvSpPr>
          <p:nvPr>
            <p:ph type="body" sz="quarter" idx="13" hasCustomPrompt="1"/>
          </p:nvPr>
        </p:nvSpPr>
        <p:spPr>
          <a:xfrm>
            <a:off x="378700" y="233868"/>
            <a:ext cx="9936000" cy="216000"/>
          </a:xfrm>
        </p:spPr>
        <p:txBody>
          <a:bodyPr anchor="t" anchorCtr="0"/>
          <a:lstStyle>
            <a:lvl1pPr marL="0" indent="0" rtl="0">
              <a:buNone/>
              <a:defRPr sz="1000" b="0">
                <a:solidFill>
                  <a:schemeClr val="tx2"/>
                </a:solidFill>
                <a:latin typeface="Univers for Metzler" panose="020B0503030202020203" pitchFamily="34" charset="0"/>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Agenda</a:t>
            </a:r>
          </a:p>
        </p:txBody>
      </p:sp>
      <p:sp>
        <p:nvSpPr>
          <p:cNvPr id="10" name="Line 58"/>
          <p:cNvSpPr>
            <a:spLocks noChangeShapeType="1"/>
          </p:cNvSpPr>
          <p:nvPr userDrawn="1"/>
        </p:nvSpPr>
        <p:spPr bwMode="auto">
          <a:xfrm>
            <a:off x="378700" y="1166665"/>
            <a:ext cx="9936000" cy="0"/>
          </a:xfrm>
          <a:prstGeom prst="line">
            <a:avLst/>
          </a:prstGeom>
          <a:noFill/>
          <a:ln w="19050" cap="flat">
            <a:solidFill>
              <a:srgbClr val="003D7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190" tIns="57095" rIns="114190" bIns="57095"/>
          <a:lstStyle/>
          <a:p>
            <a:pPr defTabSz="1042688" rtl="0"/>
            <a:endParaRPr lang="de-DE" sz="800" kern="0" dirty="0">
              <a:solidFill>
                <a:prstClr val="black"/>
              </a:solidFill>
            </a:endParaRPr>
          </a:p>
        </p:txBody>
      </p:sp>
      <p:sp>
        <p:nvSpPr>
          <p:cNvPr id="3" name="Textplatzhalter 5">
            <a:extLst>
              <a:ext uri="{FF2B5EF4-FFF2-40B4-BE49-F238E27FC236}">
                <a16:creationId xmlns:a16="http://schemas.microsoft.com/office/drawing/2014/main" id="{44A66139-8F81-D92C-3C1A-300E352B3EC0}"/>
              </a:ext>
            </a:extLst>
          </p:cNvPr>
          <p:cNvSpPr>
            <a:spLocks noGrp="1"/>
          </p:cNvSpPr>
          <p:nvPr>
            <p:ph type="body" sz="quarter" idx="14" hasCustomPrompt="1"/>
          </p:nvPr>
        </p:nvSpPr>
        <p:spPr>
          <a:xfrm>
            <a:off x="603250" y="7133281"/>
            <a:ext cx="7272000" cy="168344"/>
          </a:xfrm>
        </p:spPr>
        <p:txBody>
          <a:bodyPr/>
          <a:lstStyle>
            <a:lvl1pPr marL="0" indent="0" rtl="0">
              <a:buNone/>
              <a:defRPr sz="800" b="0">
                <a:solidFill>
                  <a:schemeClr val="tx1"/>
                </a:solidFill>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Quelle:</a:t>
            </a:r>
          </a:p>
        </p:txBody>
      </p:sp>
      <p:sp>
        <p:nvSpPr>
          <p:cNvPr id="4" name="Textplatzhalter 5">
            <a:extLst>
              <a:ext uri="{FF2B5EF4-FFF2-40B4-BE49-F238E27FC236}">
                <a16:creationId xmlns:a16="http://schemas.microsoft.com/office/drawing/2014/main" id="{85635063-A339-2B13-2FF1-7A9756AFF09A}"/>
              </a:ext>
            </a:extLst>
          </p:cNvPr>
          <p:cNvSpPr>
            <a:spLocks noGrp="1"/>
          </p:cNvSpPr>
          <p:nvPr>
            <p:ph type="body" sz="quarter" idx="15" hasCustomPrompt="1"/>
          </p:nvPr>
        </p:nvSpPr>
        <p:spPr>
          <a:xfrm>
            <a:off x="378700" y="6887665"/>
            <a:ext cx="7488000" cy="168344"/>
          </a:xfrm>
        </p:spPr>
        <p:txBody>
          <a:bodyPr bIns="36000" anchor="b" anchorCtr="0"/>
          <a:lstStyle>
            <a:lvl1pPr marL="0" indent="0" rtl="0">
              <a:buNone/>
              <a:defRPr sz="800" b="0">
                <a:solidFill>
                  <a:schemeClr val="tx1"/>
                </a:solidFill>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1) Anmerkung</a:t>
            </a:r>
          </a:p>
        </p:txBody>
      </p:sp>
    </p:spTree>
    <p:extLst>
      <p:ext uri="{BB962C8B-B14F-4D97-AF65-F5344CB8AC3E}">
        <p14:creationId xmlns:p14="http://schemas.microsoft.com/office/powerpoint/2010/main" val="2343841897"/>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Titel_Beamer_e">
    <p:bg>
      <p:bgPr>
        <a:solidFill>
          <a:schemeClr val="bg1"/>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E51F92E8-5427-4FB7-21AC-1363ECA79EEA}"/>
              </a:ext>
            </a:extLst>
          </p:cNvPr>
          <p:cNvGraphicFramePr>
            <a:graphicFrameLocks noChangeAspect="1"/>
          </p:cNvGraphicFramePr>
          <p:nvPr userDrawn="1">
            <p:custDataLst>
              <p:tags r:id="rId1"/>
            </p:custDataLst>
            <p:extLst>
              <p:ext uri="{D42A27DB-BD31-4B8C-83A1-F6EECF244321}">
                <p14:modId xmlns:p14="http://schemas.microsoft.com/office/powerpoint/2010/main" val="4776995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2" name="Grafik 1"/>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497" y="1104"/>
            <a:ext cx="10692406" cy="7559055"/>
          </a:xfrm>
          <a:prstGeom prst="rect">
            <a:avLst/>
          </a:prstGeom>
        </p:spPr>
      </p:pic>
      <p:sp>
        <p:nvSpPr>
          <p:cNvPr id="3" name="Untertitel 2"/>
          <p:cNvSpPr>
            <a:spLocks noGrp="1"/>
          </p:cNvSpPr>
          <p:nvPr>
            <p:ph type="subTitle" idx="1" hasCustomPrompt="1"/>
          </p:nvPr>
        </p:nvSpPr>
        <p:spPr>
          <a:xfrm>
            <a:off x="1081088" y="4367534"/>
            <a:ext cx="8834437" cy="1932323"/>
          </a:xfrm>
        </p:spPr>
        <p:txBody>
          <a:bodyPr anchor="b" anchorCtr="0">
            <a:noAutofit/>
          </a:bodyPr>
          <a:lstStyle>
            <a:lvl1pPr marL="0" indent="0" algn="r" rtl="0">
              <a:buNone/>
              <a:defRPr sz="2000" b="1">
                <a:solidFill>
                  <a:schemeClr val="bg1"/>
                </a:solidFill>
              </a:defRPr>
            </a:lvl1pPr>
            <a:lvl2pPr marL="521528" indent="0" algn="ctr">
              <a:buNone/>
              <a:defRPr>
                <a:solidFill>
                  <a:schemeClr val="tx1">
                    <a:tint val="75000"/>
                  </a:schemeClr>
                </a:solidFill>
              </a:defRPr>
            </a:lvl2pPr>
            <a:lvl3pPr marL="1043056" indent="0" algn="ctr">
              <a:buNone/>
              <a:defRPr>
                <a:solidFill>
                  <a:schemeClr val="tx1">
                    <a:tint val="75000"/>
                  </a:schemeClr>
                </a:solidFill>
              </a:defRPr>
            </a:lvl3pPr>
            <a:lvl4pPr marL="1564584" indent="0" algn="ctr">
              <a:buNone/>
              <a:defRPr>
                <a:solidFill>
                  <a:schemeClr val="tx1">
                    <a:tint val="75000"/>
                  </a:schemeClr>
                </a:solidFill>
              </a:defRPr>
            </a:lvl4pPr>
            <a:lvl5pPr marL="2086112" indent="0" algn="ctr">
              <a:buNone/>
              <a:defRPr>
                <a:solidFill>
                  <a:schemeClr val="tx1">
                    <a:tint val="75000"/>
                  </a:schemeClr>
                </a:solidFill>
              </a:defRPr>
            </a:lvl5pPr>
            <a:lvl6pPr marL="2607640" indent="0" algn="ctr">
              <a:buNone/>
              <a:defRPr>
                <a:solidFill>
                  <a:schemeClr val="tx1">
                    <a:tint val="75000"/>
                  </a:schemeClr>
                </a:solidFill>
              </a:defRPr>
            </a:lvl6pPr>
            <a:lvl7pPr marL="3129168" indent="0" algn="ctr">
              <a:buNone/>
              <a:defRPr>
                <a:solidFill>
                  <a:schemeClr val="tx1">
                    <a:tint val="75000"/>
                  </a:schemeClr>
                </a:solidFill>
              </a:defRPr>
            </a:lvl7pPr>
            <a:lvl8pPr marL="3650696" indent="0" algn="ctr">
              <a:buNone/>
              <a:defRPr>
                <a:solidFill>
                  <a:schemeClr val="tx1">
                    <a:tint val="75000"/>
                  </a:schemeClr>
                </a:solidFill>
              </a:defRPr>
            </a:lvl8pPr>
            <a:lvl9pPr marL="4172224" indent="0" algn="ctr">
              <a:buNone/>
              <a:defRPr>
                <a:solidFill>
                  <a:schemeClr val="tx1">
                    <a:tint val="75000"/>
                  </a:schemeClr>
                </a:solidFill>
              </a:defRPr>
            </a:lvl9pPr>
          </a:lstStyle>
          <a:p>
            <a:r>
              <a:rPr lang="de-DE" dirty="0"/>
              <a:t>Art der Unterlage/Kunde</a:t>
            </a:r>
          </a:p>
        </p:txBody>
      </p:sp>
      <p:sp>
        <p:nvSpPr>
          <p:cNvPr id="12" name="Textplatzhalter 11"/>
          <p:cNvSpPr>
            <a:spLocks noGrp="1"/>
          </p:cNvSpPr>
          <p:nvPr>
            <p:ph type="body" sz="quarter" idx="10" hasCustomPrompt="1"/>
          </p:nvPr>
        </p:nvSpPr>
        <p:spPr>
          <a:xfrm>
            <a:off x="1081088" y="6419692"/>
            <a:ext cx="8834437" cy="246221"/>
          </a:xfrm>
        </p:spPr>
        <p:txBody>
          <a:bodyPr wrap="square" anchor="b" anchorCtr="0">
            <a:noAutofit/>
          </a:bodyPr>
          <a:lstStyle>
            <a:lvl1pPr marL="0" indent="0" algn="r" rtl="0">
              <a:buFontTx/>
              <a:buNone/>
              <a:defRPr sz="1600" b="1" baseline="0">
                <a:solidFill>
                  <a:schemeClr val="bg1"/>
                </a:solidFill>
              </a:defRPr>
            </a:lvl1pPr>
            <a:lvl2pPr marL="521528" indent="0">
              <a:buFontTx/>
              <a:buNone/>
              <a:defRPr sz="2200"/>
            </a:lvl2pPr>
            <a:lvl3pPr marL="1043056" indent="0">
              <a:buFontTx/>
              <a:buNone/>
              <a:defRPr sz="2200"/>
            </a:lvl3pPr>
            <a:lvl4pPr marL="1564584" indent="0">
              <a:buFontTx/>
              <a:buNone/>
              <a:defRPr sz="2200"/>
            </a:lvl4pPr>
            <a:lvl5pPr marL="2086112" indent="0">
              <a:buFontTx/>
              <a:buNone/>
              <a:defRPr sz="2200"/>
            </a:lvl5pPr>
          </a:lstStyle>
          <a:p>
            <a:pPr lvl="0"/>
            <a:r>
              <a:rPr lang="de-DE" dirty="0"/>
              <a:t>Ort, Datum</a:t>
            </a:r>
          </a:p>
        </p:txBody>
      </p:sp>
    </p:spTree>
    <p:extLst>
      <p:ext uri="{BB962C8B-B14F-4D97-AF65-F5344CB8AC3E}">
        <p14:creationId xmlns:p14="http://schemas.microsoft.com/office/powerpoint/2010/main" val="98490229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el_e">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CCBA327B-CC08-9AB5-B84B-24202702D90E}"/>
              </a:ext>
            </a:extLst>
          </p:cNvPr>
          <p:cNvGraphicFramePr>
            <a:graphicFrameLocks noChangeAspect="1"/>
          </p:cNvGraphicFramePr>
          <p:nvPr userDrawn="1">
            <p:custDataLst>
              <p:tags r:id="rId1"/>
            </p:custDataLst>
            <p:extLst>
              <p:ext uri="{D42A27DB-BD31-4B8C-83A1-F6EECF244321}">
                <p14:modId xmlns:p14="http://schemas.microsoft.com/office/powerpoint/2010/main" val="102021238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4" name="Line 58"/>
          <p:cNvSpPr>
            <a:spLocks noChangeShapeType="1"/>
          </p:cNvSpPr>
          <p:nvPr userDrawn="1"/>
        </p:nvSpPr>
        <p:spPr bwMode="auto">
          <a:xfrm>
            <a:off x="378700" y="1166665"/>
            <a:ext cx="9936000" cy="0"/>
          </a:xfrm>
          <a:prstGeom prst="line">
            <a:avLst/>
          </a:prstGeom>
          <a:noFill/>
          <a:ln w="19050" cap="flat">
            <a:solidFill>
              <a:srgbClr val="003D7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190" tIns="57095" rIns="114190" bIns="57095"/>
          <a:lstStyle/>
          <a:p>
            <a:pPr defTabSz="1042688" rtl="0"/>
            <a:endParaRPr lang="de-DE" sz="800" kern="0" dirty="0">
              <a:solidFill>
                <a:prstClr val="black"/>
              </a:solidFill>
            </a:endParaRPr>
          </a:p>
        </p:txBody>
      </p:sp>
      <p:sp>
        <p:nvSpPr>
          <p:cNvPr id="16" name="Titel 1"/>
          <p:cNvSpPr>
            <a:spLocks noGrp="1"/>
          </p:cNvSpPr>
          <p:nvPr>
            <p:ph type="title" hasCustomPrompt="1"/>
          </p:nvPr>
        </p:nvSpPr>
        <p:spPr>
          <a:xfrm>
            <a:off x="684700" y="1867614"/>
            <a:ext cx="9324000" cy="324000"/>
          </a:xfrm>
          <a:prstGeom prst="rect">
            <a:avLst/>
          </a:prstGeom>
        </p:spPr>
        <p:txBody>
          <a:bodyPr vert="horz" anchor="t"/>
          <a:lstStyle>
            <a:lvl1pPr marL="0" marR="0" indent="0" algn="l" defTabSz="1080000" rtl="0" eaLnBrk="1" fontAlgn="auto" latinLnBrk="0" hangingPunct="1">
              <a:lnSpc>
                <a:spcPct val="100000"/>
              </a:lnSpc>
              <a:spcBef>
                <a:spcPct val="0"/>
              </a:spcBef>
              <a:spcAft>
                <a:spcPts val="0"/>
              </a:spcAft>
              <a:buClrTx/>
              <a:buSzTx/>
              <a:buFontTx/>
              <a:buNone/>
              <a:tabLst>
                <a:tab pos="540000" algn="l"/>
                <a:tab pos="6480000" algn="l"/>
                <a:tab pos="9331200" algn="r"/>
              </a:tabLst>
              <a:defRPr lang="de-DE" sz="2000" kern="0" baseline="0" dirty="0"/>
            </a:lvl1pPr>
          </a:lstStyle>
          <a:p>
            <a:r>
              <a:rPr lang="de-DE" noProof="0" dirty="0"/>
              <a:t>Layout „Titelfolie“ durch Klicken bearbeiten</a:t>
            </a:r>
          </a:p>
        </p:txBody>
      </p:sp>
      <p:sp>
        <p:nvSpPr>
          <p:cNvPr id="20" name="Titel 1"/>
          <p:cNvSpPr txBox="1">
            <a:spLocks/>
          </p:cNvSpPr>
          <p:nvPr userDrawn="1"/>
        </p:nvSpPr>
        <p:spPr>
          <a:xfrm>
            <a:off x="378700" y="870593"/>
            <a:ext cx="9936000" cy="273697"/>
          </a:xfrm>
          <a:prstGeom prst="rect">
            <a:avLst/>
          </a:prstGeom>
        </p:spPr>
        <p:txBody>
          <a:bodyPr vert="horz" lIns="0" tIns="0" rIns="0" bIns="0" rtlCol="0" anchor="b" anchorCtr="0">
            <a:noAutofit/>
          </a:bodyPr>
          <a:lstStyle>
            <a:lvl1pPr algn="l" defTabSz="1043056" rtl="0" eaLnBrk="1" latinLnBrk="0" hangingPunct="1">
              <a:spcBef>
                <a:spcPct val="0"/>
              </a:spcBef>
              <a:buNone/>
              <a:defRPr sz="2000" b="1" kern="1200">
                <a:solidFill>
                  <a:schemeClr val="tx1"/>
                </a:solidFill>
                <a:latin typeface="Univers for Metzler" panose="020B0503030202020203" pitchFamily="34" charset="0"/>
                <a:ea typeface="+mj-ea"/>
                <a:cs typeface="+mj-cs"/>
              </a:defRPr>
            </a:lvl1pPr>
          </a:lstStyle>
          <a:p>
            <a:pPr algn="r" rtl="0"/>
            <a:endParaRPr lang="de-DE" sz="1200" b="1" i="1" dirty="0">
              <a:solidFill>
                <a:srgbClr val="003D7C"/>
              </a:solidFill>
            </a:endParaRPr>
          </a:p>
        </p:txBody>
      </p:sp>
      <p:sp>
        <p:nvSpPr>
          <p:cNvPr id="9" name="Text Placeholder 2"/>
          <p:cNvSpPr>
            <a:spLocks noGrp="1"/>
          </p:cNvSpPr>
          <p:nvPr>
            <p:ph type="body" sz="quarter" idx="15" hasCustomPrompt="1"/>
          </p:nvPr>
        </p:nvSpPr>
        <p:spPr>
          <a:xfrm>
            <a:off x="684700" y="3146425"/>
            <a:ext cx="9324000" cy="504000"/>
          </a:xfrm>
        </p:spPr>
        <p:txBody>
          <a:bodyPr/>
          <a:lstStyle>
            <a:lvl1pPr marL="0" indent="0" rtl="0">
              <a:buNone/>
              <a:defRPr sz="1600" b="1"/>
            </a:lvl1pPr>
          </a:lstStyle>
          <a:p>
            <a:pPr>
              <a:lnSpc>
                <a:spcPct val="105000"/>
              </a:lnSpc>
            </a:pPr>
            <a:r>
              <a:rPr lang="de-DE" dirty="0">
                <a:solidFill>
                  <a:prstClr val="black"/>
                </a:solidFill>
              </a:rPr>
              <a:t>Präsentation für</a:t>
            </a:r>
            <a:br>
              <a:rPr lang="de-DE" dirty="0">
                <a:solidFill>
                  <a:prstClr val="black"/>
                </a:solidFill>
              </a:rPr>
            </a:br>
            <a:r>
              <a:rPr lang="de-DE" dirty="0" err="1">
                <a:solidFill>
                  <a:prstClr val="black"/>
                </a:solidFill>
              </a:rPr>
              <a:t>ggf._Logo</a:t>
            </a:r>
            <a:r>
              <a:rPr lang="de-DE" dirty="0">
                <a:solidFill>
                  <a:prstClr val="black"/>
                </a:solidFill>
              </a:rPr>
              <a:t>/löschen</a:t>
            </a:r>
          </a:p>
        </p:txBody>
      </p:sp>
      <p:sp>
        <p:nvSpPr>
          <p:cNvPr id="11" name="Text Placeholder 2"/>
          <p:cNvSpPr>
            <a:spLocks noGrp="1"/>
          </p:cNvSpPr>
          <p:nvPr>
            <p:ph type="body" sz="quarter" idx="16" hasCustomPrompt="1"/>
          </p:nvPr>
        </p:nvSpPr>
        <p:spPr>
          <a:xfrm>
            <a:off x="684700" y="6156551"/>
            <a:ext cx="9324000" cy="504000"/>
          </a:xfrm>
        </p:spPr>
        <p:txBody>
          <a:bodyPr/>
          <a:lstStyle>
            <a:lvl1pPr marL="0" indent="0" rtl="0">
              <a:buNone/>
              <a:defRPr sz="1600" b="1"/>
            </a:lvl1pPr>
          </a:lstStyle>
          <a:p>
            <a:pPr>
              <a:spcBef>
                <a:spcPts val="500"/>
              </a:spcBef>
            </a:pPr>
            <a:r>
              <a:rPr lang="de-DE" dirty="0"/>
              <a:t>Frankfurt am Main</a:t>
            </a:r>
            <a:br>
              <a:rPr lang="de-DE" dirty="0"/>
            </a:br>
            <a:r>
              <a:rPr lang="de-DE" dirty="0"/>
              <a:t>T. MMMM 2024</a:t>
            </a:r>
          </a:p>
        </p:txBody>
      </p:sp>
    </p:spTree>
    <p:extLst>
      <p:ext uri="{BB962C8B-B14F-4D97-AF65-F5344CB8AC3E}">
        <p14:creationId xmlns:p14="http://schemas.microsoft.com/office/powerpoint/2010/main" val="8269279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Titel_e">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07529009-2B6C-D725-B348-08A8EDA2A131}"/>
              </a:ext>
            </a:extLst>
          </p:cNvPr>
          <p:cNvGraphicFramePr>
            <a:graphicFrameLocks noChangeAspect="1"/>
          </p:cNvGraphicFramePr>
          <p:nvPr userDrawn="1">
            <p:custDataLst>
              <p:tags r:id="rId1"/>
            </p:custDataLst>
            <p:extLst>
              <p:ext uri="{D42A27DB-BD31-4B8C-83A1-F6EECF244321}">
                <p14:modId xmlns:p14="http://schemas.microsoft.com/office/powerpoint/2010/main" val="116726133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4" name="Line 58"/>
          <p:cNvSpPr>
            <a:spLocks noChangeShapeType="1"/>
          </p:cNvSpPr>
          <p:nvPr userDrawn="1"/>
        </p:nvSpPr>
        <p:spPr bwMode="auto">
          <a:xfrm>
            <a:off x="378700" y="1166665"/>
            <a:ext cx="9936000" cy="0"/>
          </a:xfrm>
          <a:prstGeom prst="line">
            <a:avLst/>
          </a:prstGeom>
          <a:noFill/>
          <a:ln w="19050" cap="flat">
            <a:solidFill>
              <a:srgbClr val="003D7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190" tIns="57095" rIns="114190" bIns="57095"/>
          <a:lstStyle/>
          <a:p>
            <a:pPr defTabSz="1042688" rtl="0"/>
            <a:endParaRPr lang="de-DE" sz="800" kern="0" dirty="0">
              <a:solidFill>
                <a:prstClr val="black"/>
              </a:solidFill>
            </a:endParaRPr>
          </a:p>
        </p:txBody>
      </p:sp>
      <p:sp>
        <p:nvSpPr>
          <p:cNvPr id="16" name="Titel 1"/>
          <p:cNvSpPr>
            <a:spLocks noGrp="1"/>
          </p:cNvSpPr>
          <p:nvPr>
            <p:ph type="title" hasCustomPrompt="1"/>
          </p:nvPr>
        </p:nvSpPr>
        <p:spPr>
          <a:xfrm>
            <a:off x="684700" y="1867614"/>
            <a:ext cx="9324000" cy="324000"/>
          </a:xfrm>
          <a:prstGeom prst="rect">
            <a:avLst/>
          </a:prstGeom>
        </p:spPr>
        <p:txBody>
          <a:bodyPr vert="horz" anchor="t"/>
          <a:lstStyle>
            <a:lvl1pPr marL="0" marR="0" indent="0" algn="l" defTabSz="1080000" rtl="0" eaLnBrk="1" fontAlgn="auto" latinLnBrk="0" hangingPunct="1">
              <a:lnSpc>
                <a:spcPct val="100000"/>
              </a:lnSpc>
              <a:spcBef>
                <a:spcPct val="0"/>
              </a:spcBef>
              <a:spcAft>
                <a:spcPts val="0"/>
              </a:spcAft>
              <a:buClrTx/>
              <a:buSzTx/>
              <a:buFontTx/>
              <a:buNone/>
              <a:tabLst>
                <a:tab pos="540000" algn="l"/>
                <a:tab pos="6480000" algn="l"/>
                <a:tab pos="9331200" algn="r"/>
              </a:tabLst>
              <a:defRPr lang="de-DE" sz="2000" kern="0" baseline="0" dirty="0"/>
            </a:lvl1pPr>
          </a:lstStyle>
          <a:p>
            <a:r>
              <a:rPr lang="de-DE" noProof="0" dirty="0"/>
              <a:t>Layout „Titelfolie“ durch Klicken bearbeiten</a:t>
            </a:r>
          </a:p>
        </p:txBody>
      </p:sp>
      <p:sp>
        <p:nvSpPr>
          <p:cNvPr id="20" name="Titel 1"/>
          <p:cNvSpPr txBox="1">
            <a:spLocks/>
          </p:cNvSpPr>
          <p:nvPr userDrawn="1"/>
        </p:nvSpPr>
        <p:spPr>
          <a:xfrm>
            <a:off x="378700" y="870593"/>
            <a:ext cx="9936000" cy="273697"/>
          </a:xfrm>
          <a:prstGeom prst="rect">
            <a:avLst/>
          </a:prstGeom>
        </p:spPr>
        <p:txBody>
          <a:bodyPr vert="horz" lIns="0" tIns="0" rIns="0" bIns="0" rtlCol="0" anchor="b" anchorCtr="0">
            <a:noAutofit/>
          </a:bodyPr>
          <a:lstStyle>
            <a:lvl1pPr algn="l" defTabSz="1043056" rtl="0" eaLnBrk="1" latinLnBrk="0" hangingPunct="1">
              <a:spcBef>
                <a:spcPct val="0"/>
              </a:spcBef>
              <a:buNone/>
              <a:defRPr sz="2000" b="1" kern="1200">
                <a:solidFill>
                  <a:schemeClr val="tx1"/>
                </a:solidFill>
                <a:latin typeface="Univers for Metzler" panose="020B0503030202020203" pitchFamily="34" charset="0"/>
                <a:ea typeface="+mj-ea"/>
                <a:cs typeface="+mj-cs"/>
              </a:defRPr>
            </a:lvl1pPr>
          </a:lstStyle>
          <a:p>
            <a:pPr algn="r" rtl="0"/>
            <a:r>
              <a:rPr lang="de-DE" sz="1200" b="1" i="1" noProof="0">
                <a:solidFill>
                  <a:srgbClr val="003D7C"/>
                </a:solidFill>
              </a:rPr>
              <a:t>Strictly confidential</a:t>
            </a:r>
            <a:endParaRPr lang="de-DE" sz="1200" b="1" i="1" noProof="0" dirty="0">
              <a:solidFill>
                <a:srgbClr val="003D7C"/>
              </a:solidFill>
            </a:endParaRPr>
          </a:p>
        </p:txBody>
      </p:sp>
      <p:sp>
        <p:nvSpPr>
          <p:cNvPr id="9" name="Text Placeholder 2"/>
          <p:cNvSpPr>
            <a:spLocks noGrp="1"/>
          </p:cNvSpPr>
          <p:nvPr>
            <p:ph type="body" sz="quarter" idx="15" hasCustomPrompt="1"/>
          </p:nvPr>
        </p:nvSpPr>
        <p:spPr>
          <a:xfrm>
            <a:off x="684700" y="3146425"/>
            <a:ext cx="9324000" cy="504000"/>
          </a:xfrm>
        </p:spPr>
        <p:txBody>
          <a:bodyPr/>
          <a:lstStyle>
            <a:lvl1pPr marL="0" indent="0" rtl="0">
              <a:buNone/>
              <a:defRPr sz="1600" b="1"/>
            </a:lvl1pPr>
          </a:lstStyle>
          <a:p>
            <a:pPr>
              <a:lnSpc>
                <a:spcPct val="105000"/>
              </a:lnSpc>
            </a:pPr>
            <a:r>
              <a:rPr lang="de-DE" dirty="0">
                <a:solidFill>
                  <a:prstClr val="black"/>
                </a:solidFill>
              </a:rPr>
              <a:t>Präsentation für</a:t>
            </a:r>
            <a:br>
              <a:rPr lang="de-DE" dirty="0">
                <a:solidFill>
                  <a:prstClr val="black"/>
                </a:solidFill>
              </a:rPr>
            </a:br>
            <a:r>
              <a:rPr lang="de-DE" dirty="0" err="1">
                <a:solidFill>
                  <a:prstClr val="black"/>
                </a:solidFill>
              </a:rPr>
              <a:t>ggf._Logo</a:t>
            </a:r>
            <a:r>
              <a:rPr lang="de-DE" dirty="0">
                <a:solidFill>
                  <a:prstClr val="black"/>
                </a:solidFill>
              </a:rPr>
              <a:t>/löschen</a:t>
            </a:r>
          </a:p>
        </p:txBody>
      </p:sp>
      <p:sp>
        <p:nvSpPr>
          <p:cNvPr id="11" name="Text Placeholder 2"/>
          <p:cNvSpPr>
            <a:spLocks noGrp="1"/>
          </p:cNvSpPr>
          <p:nvPr>
            <p:ph type="body" sz="quarter" idx="16" hasCustomPrompt="1"/>
          </p:nvPr>
        </p:nvSpPr>
        <p:spPr>
          <a:xfrm>
            <a:off x="684700" y="6156551"/>
            <a:ext cx="9324000" cy="504000"/>
          </a:xfrm>
        </p:spPr>
        <p:txBody>
          <a:bodyPr/>
          <a:lstStyle>
            <a:lvl1pPr marL="0" indent="0" rtl="0">
              <a:buNone/>
              <a:defRPr sz="1600" b="1"/>
            </a:lvl1pPr>
          </a:lstStyle>
          <a:p>
            <a:pPr>
              <a:spcBef>
                <a:spcPts val="500"/>
              </a:spcBef>
            </a:pPr>
            <a:r>
              <a:rPr lang="de-DE" dirty="0"/>
              <a:t>Frankfurt am Main</a:t>
            </a:r>
            <a:br>
              <a:rPr lang="de-DE" dirty="0"/>
            </a:br>
            <a:r>
              <a:rPr lang="de-DE" dirty="0"/>
              <a:t>T. MMMM 2024</a:t>
            </a:r>
          </a:p>
        </p:txBody>
      </p:sp>
      <p:sp>
        <p:nvSpPr>
          <p:cNvPr id="7" name="Rechteck 6"/>
          <p:cNvSpPr/>
          <p:nvPr userDrawn="1"/>
        </p:nvSpPr>
        <p:spPr>
          <a:xfrm>
            <a:off x="234851" y="7113329"/>
            <a:ext cx="305115" cy="19638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dirty="0"/>
          </a:p>
        </p:txBody>
      </p:sp>
      <p:sp>
        <p:nvSpPr>
          <p:cNvPr id="2" name="Textfeld 1">
            <a:extLst>
              <a:ext uri="{FF2B5EF4-FFF2-40B4-BE49-F238E27FC236}">
                <a16:creationId xmlns:a16="http://schemas.microsoft.com/office/drawing/2014/main" id="{DAA9FB0D-2F1D-F4C4-B3DB-7D83EE852302}"/>
              </a:ext>
            </a:extLst>
          </p:cNvPr>
          <p:cNvSpPr txBox="1"/>
          <p:nvPr userDrawn="1"/>
        </p:nvSpPr>
        <p:spPr>
          <a:xfrm>
            <a:off x="381619" y="7128798"/>
            <a:ext cx="118622" cy="123111"/>
          </a:xfrm>
          <a:prstGeom prst="rect">
            <a:avLst/>
          </a:prstGeom>
          <a:noFill/>
          <a:ln>
            <a:noFill/>
          </a:ln>
          <a:effectLst/>
        </p:spPr>
        <p:txBody>
          <a:bodyPr wrap="none" lIns="0" tIns="0" rIns="0" bIns="0" anchor="b" anchorCtr="0">
            <a:spAutoFit/>
          </a:bodyPr>
          <a:lstStyle>
            <a:defPPr>
              <a:defRPr lang="de-DE"/>
            </a:defPPr>
            <a:lvl1pPr defTabSz="863294" eaLnBrk="0" fontAlgn="base" hangingPunct="0">
              <a:spcBef>
                <a:spcPct val="0"/>
              </a:spcBef>
              <a:spcAft>
                <a:spcPct val="0"/>
              </a:spcAft>
              <a:buSzPct val="95000"/>
              <a:defRPr sz="800" baseline="0">
                <a:solidFill>
                  <a:schemeClr val="bg2"/>
                </a:solidFill>
                <a:latin typeface="Univers for Metzler Light" pitchFamily="34" charset="0"/>
              </a:defRPr>
            </a:lvl1pPr>
          </a:lstStyle>
          <a:p>
            <a:pPr rtl="0"/>
            <a:fld id="{69DC22A3-4BBA-427E-990E-76363AFABCED}" type="slidenum">
              <a:rPr lang="de-DE" sz="800" kern="0" smtClean="0">
                <a:solidFill>
                  <a:schemeClr val="tx1"/>
                </a:solidFill>
                <a:latin typeface="+mj-lt"/>
              </a:rPr>
              <a:pPr rtl="0"/>
              <a:t>‹#›</a:t>
            </a:fld>
            <a:endParaRPr lang="de-DE" sz="800" kern="0" dirty="0">
              <a:solidFill>
                <a:schemeClr val="tx1"/>
              </a:solidFill>
              <a:latin typeface="+mj-lt"/>
            </a:endParaRPr>
          </a:p>
        </p:txBody>
      </p:sp>
    </p:spTree>
    <p:extLst>
      <p:ext uri="{BB962C8B-B14F-4D97-AF65-F5344CB8AC3E}">
        <p14:creationId xmlns:p14="http://schemas.microsoft.com/office/powerpoint/2010/main" val="39416531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1_Titelfolie_e">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3B49CBC2-6771-590C-A24E-BB968D005DA8}"/>
              </a:ext>
            </a:extLst>
          </p:cNvPr>
          <p:cNvGraphicFramePr>
            <a:graphicFrameLocks noChangeAspect="1"/>
          </p:cNvGraphicFramePr>
          <p:nvPr userDrawn="1">
            <p:custDataLst>
              <p:tags r:id="rId1"/>
            </p:custDataLst>
            <p:extLst>
              <p:ext uri="{D42A27DB-BD31-4B8C-83A1-F6EECF244321}">
                <p14:modId xmlns:p14="http://schemas.microsoft.com/office/powerpoint/2010/main" val="422280841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6" name="Grafik 5" descr="Ein Bild, das Schrift, Text, Logo, Grafiken enthält.&#10;&#10;Automatisch generierte Beschreibung">
            <a:extLst>
              <a:ext uri="{FF2B5EF4-FFF2-40B4-BE49-F238E27FC236}">
                <a16:creationId xmlns:a16="http://schemas.microsoft.com/office/drawing/2014/main" id="{AD02AFC2-25D1-47E5-6D4E-BD812E7FA6BB}"/>
              </a:ext>
            </a:extLst>
          </p:cNvPr>
          <p:cNvPicPr>
            <a:picLocks noChangeAspect="1"/>
          </p:cNvPicPr>
          <p:nvPr userDrawn="1"/>
        </p:nvPicPr>
        <p:blipFill>
          <a:blip r:embed="rId5"/>
          <a:stretch>
            <a:fillRect/>
          </a:stretch>
        </p:blipFill>
        <p:spPr>
          <a:xfrm>
            <a:off x="8875092" y="6890400"/>
            <a:ext cx="1414275" cy="359665"/>
          </a:xfrm>
          <a:prstGeom prst="rect">
            <a:avLst/>
          </a:prstGeom>
        </p:spPr>
      </p:pic>
      <p:sp>
        <p:nvSpPr>
          <p:cNvPr id="14" name="Line 58">
            <a:extLst>
              <a:ext uri="{FF2B5EF4-FFF2-40B4-BE49-F238E27FC236}">
                <a16:creationId xmlns:a16="http://schemas.microsoft.com/office/drawing/2014/main" id="{7822D588-50F0-E1A6-7FBB-1095B4F4ACD6}"/>
              </a:ext>
            </a:extLst>
          </p:cNvPr>
          <p:cNvSpPr>
            <a:spLocks noChangeShapeType="1"/>
          </p:cNvSpPr>
          <p:nvPr userDrawn="1"/>
        </p:nvSpPr>
        <p:spPr bwMode="auto">
          <a:xfrm>
            <a:off x="396699" y="7078891"/>
            <a:ext cx="8382175" cy="0"/>
          </a:xfrm>
          <a:prstGeom prst="line">
            <a:avLst/>
          </a:prstGeom>
          <a:noFill/>
          <a:ln w="11430" cap="flat">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190" tIns="57095" rIns="114190" bIns="57095"/>
          <a:lstStyle/>
          <a:p>
            <a:pPr lvl="0" rtl="0"/>
            <a:endParaRPr lang="de-DE" sz="800" kern="0" baseline="0" noProof="0" dirty="0"/>
          </a:p>
        </p:txBody>
      </p:sp>
      <p:grpSp>
        <p:nvGrpSpPr>
          <p:cNvPr id="7" name="Gruppieren 6"/>
          <p:cNvGrpSpPr/>
          <p:nvPr userDrawn="1"/>
        </p:nvGrpSpPr>
        <p:grpSpPr>
          <a:xfrm>
            <a:off x="-304800" y="1925638"/>
            <a:ext cx="11274425" cy="4687888"/>
            <a:chOff x="-304800" y="1925638"/>
            <a:chExt cx="11274425" cy="4687888"/>
          </a:xfrm>
        </p:grpSpPr>
        <p:cxnSp>
          <p:nvCxnSpPr>
            <p:cNvPr id="16" name="Gerade Verbindung 15"/>
            <p:cNvCxnSpPr/>
            <p:nvPr userDrawn="1"/>
          </p:nvCxnSpPr>
          <p:spPr>
            <a:xfrm rot="16200000">
              <a:off x="-135774" y="1773238"/>
              <a:ext cx="0" cy="304800"/>
            </a:xfrm>
            <a:prstGeom prst="line">
              <a:avLst/>
            </a:prstGeom>
            <a:ln w="3175">
              <a:solidFill>
                <a:schemeClr val="bg1"/>
              </a:solidFill>
              <a:tailEnd type="none" w="lg" len="lg"/>
            </a:ln>
          </p:spPr>
          <p:style>
            <a:lnRef idx="1">
              <a:schemeClr val="accent1"/>
            </a:lnRef>
            <a:fillRef idx="0">
              <a:schemeClr val="accent1"/>
            </a:fillRef>
            <a:effectRef idx="0">
              <a:schemeClr val="accent1"/>
            </a:effectRef>
            <a:fontRef idx="minor">
              <a:schemeClr val="tx1"/>
            </a:fontRef>
          </p:style>
        </p:cxnSp>
        <p:cxnSp>
          <p:nvCxnSpPr>
            <p:cNvPr id="17" name="Gerade Verbindung 16"/>
            <p:cNvCxnSpPr/>
            <p:nvPr userDrawn="1"/>
          </p:nvCxnSpPr>
          <p:spPr>
            <a:xfrm rot="16200000">
              <a:off x="-90000" y="3245338"/>
              <a:ext cx="0" cy="180000"/>
            </a:xfrm>
            <a:prstGeom prst="line">
              <a:avLst/>
            </a:prstGeom>
            <a:ln w="3175">
              <a:solidFill>
                <a:schemeClr val="bg1"/>
              </a:solidFill>
              <a:tailEnd type="none" w="lg" len="lg"/>
            </a:ln>
          </p:spPr>
          <p:style>
            <a:lnRef idx="1">
              <a:schemeClr val="accent1"/>
            </a:lnRef>
            <a:fillRef idx="0">
              <a:schemeClr val="accent1"/>
            </a:fillRef>
            <a:effectRef idx="0">
              <a:schemeClr val="accent1"/>
            </a:effectRef>
            <a:fontRef idx="minor">
              <a:schemeClr val="tx1"/>
            </a:fontRef>
          </p:style>
        </p:cxnSp>
        <p:cxnSp>
          <p:nvCxnSpPr>
            <p:cNvPr id="18" name="Gerade Verbindung 17"/>
            <p:cNvCxnSpPr/>
            <p:nvPr userDrawn="1"/>
          </p:nvCxnSpPr>
          <p:spPr>
            <a:xfrm rot="16200000">
              <a:off x="-135774" y="6215063"/>
              <a:ext cx="0" cy="304800"/>
            </a:xfrm>
            <a:prstGeom prst="line">
              <a:avLst/>
            </a:prstGeom>
            <a:ln w="3175">
              <a:solidFill>
                <a:schemeClr val="bg1"/>
              </a:solidFill>
              <a:tailEnd type="none" w="lg" len="lg"/>
            </a:ln>
          </p:spPr>
          <p:style>
            <a:lnRef idx="1">
              <a:schemeClr val="accent1"/>
            </a:lnRef>
            <a:fillRef idx="0">
              <a:schemeClr val="accent1"/>
            </a:fillRef>
            <a:effectRef idx="0">
              <a:schemeClr val="accent1"/>
            </a:effectRef>
            <a:fontRef idx="minor">
              <a:schemeClr val="tx1"/>
            </a:fontRef>
          </p:style>
        </p:cxnSp>
        <p:cxnSp>
          <p:nvCxnSpPr>
            <p:cNvPr id="19" name="Gerade Verbindung 18"/>
            <p:cNvCxnSpPr/>
            <p:nvPr userDrawn="1"/>
          </p:nvCxnSpPr>
          <p:spPr>
            <a:xfrm rot="16200000">
              <a:off x="-135774" y="6461126"/>
              <a:ext cx="0" cy="304800"/>
            </a:xfrm>
            <a:prstGeom prst="line">
              <a:avLst/>
            </a:prstGeom>
            <a:ln w="3175">
              <a:solidFill>
                <a:schemeClr val="bg1"/>
              </a:solidFill>
              <a:tailEnd type="none" w="lg" len="lg"/>
            </a:ln>
          </p:spPr>
          <p:style>
            <a:lnRef idx="1">
              <a:schemeClr val="accent1"/>
            </a:lnRef>
            <a:fillRef idx="0">
              <a:schemeClr val="accent1"/>
            </a:fillRef>
            <a:effectRef idx="0">
              <a:schemeClr val="accent1"/>
            </a:effectRef>
            <a:fontRef idx="minor">
              <a:schemeClr val="tx1"/>
            </a:fontRef>
          </p:style>
        </p:cxnSp>
        <p:cxnSp>
          <p:nvCxnSpPr>
            <p:cNvPr id="20" name="Gerade Verbindung 19"/>
            <p:cNvCxnSpPr/>
            <p:nvPr userDrawn="1"/>
          </p:nvCxnSpPr>
          <p:spPr>
            <a:xfrm rot="16200000">
              <a:off x="-135774" y="1960563"/>
              <a:ext cx="0" cy="304800"/>
            </a:xfrm>
            <a:prstGeom prst="line">
              <a:avLst/>
            </a:prstGeom>
            <a:ln w="3175">
              <a:solidFill>
                <a:schemeClr val="bg1"/>
              </a:solidFill>
              <a:tailEnd type="none" w="lg" len="lg"/>
            </a:ln>
          </p:spPr>
          <p:style>
            <a:lnRef idx="1">
              <a:schemeClr val="accent1"/>
            </a:lnRef>
            <a:fillRef idx="0">
              <a:schemeClr val="accent1"/>
            </a:fillRef>
            <a:effectRef idx="0">
              <a:schemeClr val="accent1"/>
            </a:effectRef>
            <a:fontRef idx="minor">
              <a:schemeClr val="tx1"/>
            </a:fontRef>
          </p:style>
        </p:cxnSp>
        <p:cxnSp>
          <p:nvCxnSpPr>
            <p:cNvPr id="21" name="Gerade Verbindung 20"/>
            <p:cNvCxnSpPr/>
            <p:nvPr userDrawn="1"/>
          </p:nvCxnSpPr>
          <p:spPr>
            <a:xfrm rot="16200000">
              <a:off x="10817225" y="1773238"/>
              <a:ext cx="0" cy="304800"/>
            </a:xfrm>
            <a:prstGeom prst="line">
              <a:avLst/>
            </a:prstGeom>
            <a:ln w="3175">
              <a:solidFill>
                <a:schemeClr val="bg1"/>
              </a:solidFill>
              <a:tailEnd type="none" w="lg" len="lg"/>
            </a:ln>
          </p:spPr>
          <p:style>
            <a:lnRef idx="1">
              <a:schemeClr val="accent1"/>
            </a:lnRef>
            <a:fillRef idx="0">
              <a:schemeClr val="accent1"/>
            </a:fillRef>
            <a:effectRef idx="0">
              <a:schemeClr val="accent1"/>
            </a:effectRef>
            <a:fontRef idx="minor">
              <a:schemeClr val="tx1"/>
            </a:fontRef>
          </p:style>
        </p:cxnSp>
        <p:cxnSp>
          <p:nvCxnSpPr>
            <p:cNvPr id="22" name="Gerade Verbindung 21"/>
            <p:cNvCxnSpPr/>
            <p:nvPr userDrawn="1"/>
          </p:nvCxnSpPr>
          <p:spPr>
            <a:xfrm rot="16200000">
              <a:off x="10817225" y="3182939"/>
              <a:ext cx="0" cy="304800"/>
            </a:xfrm>
            <a:prstGeom prst="line">
              <a:avLst/>
            </a:prstGeom>
            <a:ln w="3175">
              <a:solidFill>
                <a:schemeClr val="bg1"/>
              </a:solidFill>
              <a:tailEnd type="none" w="lg" len="lg"/>
            </a:ln>
          </p:spPr>
          <p:style>
            <a:lnRef idx="1">
              <a:schemeClr val="accent1"/>
            </a:lnRef>
            <a:fillRef idx="0">
              <a:schemeClr val="accent1"/>
            </a:fillRef>
            <a:effectRef idx="0">
              <a:schemeClr val="accent1"/>
            </a:effectRef>
            <a:fontRef idx="minor">
              <a:schemeClr val="tx1"/>
            </a:fontRef>
          </p:style>
        </p:cxnSp>
        <p:cxnSp>
          <p:nvCxnSpPr>
            <p:cNvPr id="23" name="Gerade Verbindung 22"/>
            <p:cNvCxnSpPr/>
            <p:nvPr userDrawn="1"/>
          </p:nvCxnSpPr>
          <p:spPr>
            <a:xfrm rot="16200000">
              <a:off x="10817225" y="6215063"/>
              <a:ext cx="0" cy="304800"/>
            </a:xfrm>
            <a:prstGeom prst="line">
              <a:avLst/>
            </a:prstGeom>
            <a:ln w="3175">
              <a:solidFill>
                <a:schemeClr val="bg1"/>
              </a:solidFill>
              <a:tailEnd type="none" w="lg" len="lg"/>
            </a:ln>
          </p:spPr>
          <p:style>
            <a:lnRef idx="1">
              <a:schemeClr val="accent1"/>
            </a:lnRef>
            <a:fillRef idx="0">
              <a:schemeClr val="accent1"/>
            </a:fillRef>
            <a:effectRef idx="0">
              <a:schemeClr val="accent1"/>
            </a:effectRef>
            <a:fontRef idx="minor">
              <a:schemeClr val="tx1"/>
            </a:fontRef>
          </p:style>
        </p:cxnSp>
        <p:cxnSp>
          <p:nvCxnSpPr>
            <p:cNvPr id="24" name="Gerade Verbindung 23"/>
            <p:cNvCxnSpPr/>
            <p:nvPr userDrawn="1"/>
          </p:nvCxnSpPr>
          <p:spPr>
            <a:xfrm rot="16200000">
              <a:off x="10817225" y="6461126"/>
              <a:ext cx="0" cy="304800"/>
            </a:xfrm>
            <a:prstGeom prst="line">
              <a:avLst/>
            </a:prstGeom>
            <a:ln w="3175">
              <a:solidFill>
                <a:schemeClr val="bg1"/>
              </a:solidFill>
              <a:tailEnd type="none" w="lg" len="lg"/>
            </a:ln>
          </p:spPr>
          <p:style>
            <a:lnRef idx="1">
              <a:schemeClr val="accent1"/>
            </a:lnRef>
            <a:fillRef idx="0">
              <a:schemeClr val="accent1"/>
            </a:fillRef>
            <a:effectRef idx="0">
              <a:schemeClr val="accent1"/>
            </a:effectRef>
            <a:fontRef idx="minor">
              <a:schemeClr val="tx1"/>
            </a:fontRef>
          </p:style>
        </p:cxnSp>
        <p:cxnSp>
          <p:nvCxnSpPr>
            <p:cNvPr id="25" name="Gerade Verbindung 24"/>
            <p:cNvCxnSpPr/>
            <p:nvPr userDrawn="1"/>
          </p:nvCxnSpPr>
          <p:spPr>
            <a:xfrm rot="16200000">
              <a:off x="10817225" y="1960564"/>
              <a:ext cx="0" cy="304800"/>
            </a:xfrm>
            <a:prstGeom prst="line">
              <a:avLst/>
            </a:prstGeom>
            <a:ln w="3175">
              <a:solidFill>
                <a:schemeClr val="bg1"/>
              </a:solidFill>
              <a:tailEnd type="none" w="lg" len="lg"/>
            </a:ln>
          </p:spPr>
          <p:style>
            <a:lnRef idx="1">
              <a:schemeClr val="accent1"/>
            </a:lnRef>
            <a:fillRef idx="0">
              <a:schemeClr val="accent1"/>
            </a:fillRef>
            <a:effectRef idx="0">
              <a:schemeClr val="accent1"/>
            </a:effectRef>
            <a:fontRef idx="minor">
              <a:schemeClr val="tx1"/>
            </a:fontRef>
          </p:style>
        </p:cxnSp>
        <p:cxnSp>
          <p:nvCxnSpPr>
            <p:cNvPr id="26" name="Gerade Verbindung 25"/>
            <p:cNvCxnSpPr/>
            <p:nvPr userDrawn="1"/>
          </p:nvCxnSpPr>
          <p:spPr>
            <a:xfrm rot="16200000">
              <a:off x="-152400" y="3033713"/>
              <a:ext cx="0" cy="304800"/>
            </a:xfrm>
            <a:prstGeom prst="line">
              <a:avLst/>
            </a:prstGeom>
            <a:ln w="3175">
              <a:solidFill>
                <a:schemeClr val="bg1"/>
              </a:solidFill>
              <a:tailEnd type="none" w="lg" len="lg"/>
            </a:ln>
          </p:spPr>
          <p:style>
            <a:lnRef idx="1">
              <a:schemeClr val="accent1"/>
            </a:lnRef>
            <a:fillRef idx="0">
              <a:schemeClr val="accent1"/>
            </a:fillRef>
            <a:effectRef idx="0">
              <a:schemeClr val="accent1"/>
            </a:effectRef>
            <a:fontRef idx="minor">
              <a:schemeClr val="tx1"/>
            </a:fontRef>
          </p:style>
        </p:cxnSp>
        <p:cxnSp>
          <p:nvCxnSpPr>
            <p:cNvPr id="27" name="Gerade Verbindung 26"/>
            <p:cNvCxnSpPr/>
            <p:nvPr userDrawn="1"/>
          </p:nvCxnSpPr>
          <p:spPr>
            <a:xfrm rot="16200000">
              <a:off x="10817225" y="3033713"/>
              <a:ext cx="0" cy="304800"/>
            </a:xfrm>
            <a:prstGeom prst="line">
              <a:avLst/>
            </a:prstGeom>
            <a:ln w="3175">
              <a:solidFill>
                <a:schemeClr val="bg1"/>
              </a:solidFill>
              <a:tailEnd type="none" w="lg" len="lg"/>
            </a:ln>
          </p:spPr>
          <p:style>
            <a:lnRef idx="1">
              <a:schemeClr val="accent1"/>
            </a:lnRef>
            <a:fillRef idx="0">
              <a:schemeClr val="accent1"/>
            </a:fillRef>
            <a:effectRef idx="0">
              <a:schemeClr val="accent1"/>
            </a:effectRef>
            <a:fontRef idx="minor">
              <a:schemeClr val="tx1"/>
            </a:fontRef>
          </p:style>
        </p:cxnSp>
      </p:grpSp>
      <p:sp>
        <p:nvSpPr>
          <p:cNvPr id="5" name="Line 58">
            <a:extLst>
              <a:ext uri="{FF2B5EF4-FFF2-40B4-BE49-F238E27FC236}">
                <a16:creationId xmlns:a16="http://schemas.microsoft.com/office/drawing/2014/main" id="{BBB24438-28E3-6323-0A61-DFE7025A334D}"/>
              </a:ext>
            </a:extLst>
          </p:cNvPr>
          <p:cNvSpPr>
            <a:spLocks noChangeShapeType="1"/>
          </p:cNvSpPr>
          <p:nvPr userDrawn="1"/>
        </p:nvSpPr>
        <p:spPr bwMode="auto">
          <a:xfrm>
            <a:off x="378700" y="1166665"/>
            <a:ext cx="9936000" cy="0"/>
          </a:xfrm>
          <a:prstGeom prst="line">
            <a:avLst/>
          </a:prstGeom>
          <a:noFill/>
          <a:ln w="19050" cap="flat">
            <a:solidFill>
              <a:srgbClr val="003D7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190" tIns="57095" rIns="114190" bIns="57095"/>
          <a:lstStyle/>
          <a:p>
            <a:pPr defTabSz="1042688" rtl="0"/>
            <a:endParaRPr lang="de-DE" sz="800" kern="0" dirty="0">
              <a:solidFill>
                <a:prstClr val="black"/>
              </a:solidFill>
            </a:endParaRPr>
          </a:p>
        </p:txBody>
      </p:sp>
      <p:sp>
        <p:nvSpPr>
          <p:cNvPr id="8" name="Titel 1">
            <a:extLst>
              <a:ext uri="{FF2B5EF4-FFF2-40B4-BE49-F238E27FC236}">
                <a16:creationId xmlns:a16="http://schemas.microsoft.com/office/drawing/2014/main" id="{9CE53ADF-254F-3DB1-2640-3CAC5B49C381}"/>
              </a:ext>
            </a:extLst>
          </p:cNvPr>
          <p:cNvSpPr>
            <a:spLocks noGrp="1"/>
          </p:cNvSpPr>
          <p:nvPr>
            <p:ph type="title" hasCustomPrompt="1"/>
          </p:nvPr>
        </p:nvSpPr>
        <p:spPr>
          <a:xfrm>
            <a:off x="684700" y="1867614"/>
            <a:ext cx="9324000" cy="324000"/>
          </a:xfrm>
          <a:prstGeom prst="rect">
            <a:avLst/>
          </a:prstGeom>
        </p:spPr>
        <p:txBody>
          <a:bodyPr vert="horz" anchor="t"/>
          <a:lstStyle>
            <a:lvl1pPr marL="0" marR="0" indent="0" algn="l" defTabSz="1080000" rtl="0" eaLnBrk="1" fontAlgn="auto" latinLnBrk="0" hangingPunct="1">
              <a:lnSpc>
                <a:spcPct val="100000"/>
              </a:lnSpc>
              <a:spcBef>
                <a:spcPct val="0"/>
              </a:spcBef>
              <a:spcAft>
                <a:spcPts val="0"/>
              </a:spcAft>
              <a:buClrTx/>
              <a:buSzTx/>
              <a:buFontTx/>
              <a:buNone/>
              <a:tabLst>
                <a:tab pos="540000" algn="l"/>
                <a:tab pos="6480000" algn="l"/>
                <a:tab pos="9331200" algn="r"/>
              </a:tabLst>
              <a:defRPr lang="de-DE" sz="2000" kern="0" baseline="0" dirty="0"/>
            </a:lvl1pPr>
          </a:lstStyle>
          <a:p>
            <a:r>
              <a:rPr lang="de-DE" noProof="0" dirty="0"/>
              <a:t>Layout „Titelfolie“ durch Klicken bearbeiten</a:t>
            </a:r>
          </a:p>
        </p:txBody>
      </p:sp>
      <p:sp>
        <p:nvSpPr>
          <p:cNvPr id="9" name="Titel 1">
            <a:extLst>
              <a:ext uri="{FF2B5EF4-FFF2-40B4-BE49-F238E27FC236}">
                <a16:creationId xmlns:a16="http://schemas.microsoft.com/office/drawing/2014/main" id="{A408FD49-6B02-1944-2C8D-44DD42B8226A}"/>
              </a:ext>
            </a:extLst>
          </p:cNvPr>
          <p:cNvSpPr txBox="1">
            <a:spLocks/>
          </p:cNvSpPr>
          <p:nvPr userDrawn="1"/>
        </p:nvSpPr>
        <p:spPr>
          <a:xfrm>
            <a:off x="378700" y="870593"/>
            <a:ext cx="9936000" cy="273697"/>
          </a:xfrm>
          <a:prstGeom prst="rect">
            <a:avLst/>
          </a:prstGeom>
        </p:spPr>
        <p:txBody>
          <a:bodyPr vert="horz" lIns="0" tIns="0" rIns="0" bIns="0" rtlCol="0" anchor="b" anchorCtr="0">
            <a:noAutofit/>
          </a:bodyPr>
          <a:lstStyle>
            <a:lvl1pPr algn="l" defTabSz="1043056" rtl="0" eaLnBrk="1" latinLnBrk="0" hangingPunct="1">
              <a:spcBef>
                <a:spcPct val="0"/>
              </a:spcBef>
              <a:buNone/>
              <a:defRPr sz="2000" b="1" kern="1200">
                <a:solidFill>
                  <a:schemeClr val="tx1"/>
                </a:solidFill>
                <a:latin typeface="Univers for Metzler" panose="020B0503030202020203" pitchFamily="34" charset="0"/>
                <a:ea typeface="+mj-ea"/>
                <a:cs typeface="+mj-cs"/>
              </a:defRPr>
            </a:lvl1pPr>
          </a:lstStyle>
          <a:p>
            <a:pPr algn="r" rtl="0"/>
            <a:r>
              <a:rPr lang="de-DE" sz="1200" b="1" i="1" noProof="0">
                <a:solidFill>
                  <a:srgbClr val="003D7C"/>
                </a:solidFill>
              </a:rPr>
              <a:t>Strictly confidential</a:t>
            </a:r>
            <a:endParaRPr lang="de-DE" sz="1200" b="1" i="1" noProof="0" dirty="0">
              <a:solidFill>
                <a:srgbClr val="003D7C"/>
              </a:solidFill>
            </a:endParaRPr>
          </a:p>
        </p:txBody>
      </p:sp>
      <p:sp>
        <p:nvSpPr>
          <p:cNvPr id="10" name="Text Placeholder 2">
            <a:extLst>
              <a:ext uri="{FF2B5EF4-FFF2-40B4-BE49-F238E27FC236}">
                <a16:creationId xmlns:a16="http://schemas.microsoft.com/office/drawing/2014/main" id="{B942FB06-2A20-093A-F920-4BC51D73F17E}"/>
              </a:ext>
            </a:extLst>
          </p:cNvPr>
          <p:cNvSpPr>
            <a:spLocks noGrp="1"/>
          </p:cNvSpPr>
          <p:nvPr>
            <p:ph type="body" sz="quarter" idx="15" hasCustomPrompt="1"/>
          </p:nvPr>
        </p:nvSpPr>
        <p:spPr>
          <a:xfrm>
            <a:off x="684700" y="3146425"/>
            <a:ext cx="9324000" cy="504000"/>
          </a:xfrm>
        </p:spPr>
        <p:txBody>
          <a:bodyPr/>
          <a:lstStyle>
            <a:lvl1pPr marL="0" indent="0" rtl="0">
              <a:buNone/>
              <a:defRPr sz="1600" b="1"/>
            </a:lvl1pPr>
          </a:lstStyle>
          <a:p>
            <a:pPr>
              <a:lnSpc>
                <a:spcPct val="105000"/>
              </a:lnSpc>
            </a:pPr>
            <a:r>
              <a:rPr lang="de-DE" dirty="0">
                <a:solidFill>
                  <a:prstClr val="black"/>
                </a:solidFill>
              </a:rPr>
              <a:t>Präsentation für</a:t>
            </a:r>
            <a:br>
              <a:rPr lang="de-DE" dirty="0">
                <a:solidFill>
                  <a:prstClr val="black"/>
                </a:solidFill>
              </a:rPr>
            </a:br>
            <a:r>
              <a:rPr lang="de-DE" dirty="0" err="1">
                <a:solidFill>
                  <a:prstClr val="black"/>
                </a:solidFill>
              </a:rPr>
              <a:t>ggf._Logo</a:t>
            </a:r>
            <a:r>
              <a:rPr lang="de-DE" dirty="0">
                <a:solidFill>
                  <a:prstClr val="black"/>
                </a:solidFill>
              </a:rPr>
              <a:t>/löschen</a:t>
            </a:r>
          </a:p>
        </p:txBody>
      </p:sp>
      <p:sp>
        <p:nvSpPr>
          <p:cNvPr id="11" name="Text Placeholder 2">
            <a:extLst>
              <a:ext uri="{FF2B5EF4-FFF2-40B4-BE49-F238E27FC236}">
                <a16:creationId xmlns:a16="http://schemas.microsoft.com/office/drawing/2014/main" id="{3774F073-879E-709F-1A2B-5F82280416C2}"/>
              </a:ext>
            </a:extLst>
          </p:cNvPr>
          <p:cNvSpPr>
            <a:spLocks noGrp="1"/>
          </p:cNvSpPr>
          <p:nvPr>
            <p:ph type="body" sz="quarter" idx="16" hasCustomPrompt="1"/>
          </p:nvPr>
        </p:nvSpPr>
        <p:spPr>
          <a:xfrm>
            <a:off x="684700" y="6156551"/>
            <a:ext cx="9324000" cy="504000"/>
          </a:xfrm>
        </p:spPr>
        <p:txBody>
          <a:bodyPr/>
          <a:lstStyle>
            <a:lvl1pPr marL="0" indent="0" rtl="0">
              <a:buNone/>
              <a:defRPr sz="1600" b="1"/>
            </a:lvl1pPr>
          </a:lstStyle>
          <a:p>
            <a:pPr>
              <a:spcBef>
                <a:spcPts val="500"/>
              </a:spcBef>
            </a:pPr>
            <a:r>
              <a:rPr lang="de-DE" dirty="0"/>
              <a:t>Frankfurt/Main</a:t>
            </a:r>
            <a:br>
              <a:rPr lang="de-DE" dirty="0"/>
            </a:br>
            <a:r>
              <a:rPr lang="de-DE" dirty="0"/>
              <a:t>T. MMMM 2025</a:t>
            </a:r>
          </a:p>
        </p:txBody>
      </p:sp>
      <p:sp>
        <p:nvSpPr>
          <p:cNvPr id="2" name="Textfeld 1">
            <a:extLst>
              <a:ext uri="{FF2B5EF4-FFF2-40B4-BE49-F238E27FC236}">
                <a16:creationId xmlns:a16="http://schemas.microsoft.com/office/drawing/2014/main" id="{07BA8061-73D1-F442-F111-43D26043EF5F}"/>
              </a:ext>
            </a:extLst>
          </p:cNvPr>
          <p:cNvSpPr txBox="1"/>
          <p:nvPr userDrawn="1"/>
        </p:nvSpPr>
        <p:spPr>
          <a:xfrm>
            <a:off x="381619" y="7128798"/>
            <a:ext cx="118622" cy="123111"/>
          </a:xfrm>
          <a:prstGeom prst="rect">
            <a:avLst/>
          </a:prstGeom>
          <a:noFill/>
          <a:ln>
            <a:noFill/>
          </a:ln>
          <a:effectLst/>
        </p:spPr>
        <p:txBody>
          <a:bodyPr wrap="none" lIns="0" tIns="0" rIns="0" bIns="0" anchor="b" anchorCtr="0">
            <a:spAutoFit/>
          </a:bodyPr>
          <a:lstStyle>
            <a:defPPr>
              <a:defRPr lang="de-DE"/>
            </a:defPPr>
            <a:lvl1pPr defTabSz="863294" eaLnBrk="0" fontAlgn="base" hangingPunct="0">
              <a:spcBef>
                <a:spcPct val="0"/>
              </a:spcBef>
              <a:spcAft>
                <a:spcPct val="0"/>
              </a:spcAft>
              <a:buSzPct val="95000"/>
              <a:defRPr sz="800" baseline="0">
                <a:solidFill>
                  <a:schemeClr val="bg2"/>
                </a:solidFill>
                <a:latin typeface="Univers for Metzler Light" pitchFamily="34" charset="0"/>
              </a:defRPr>
            </a:lvl1pPr>
          </a:lstStyle>
          <a:p>
            <a:pPr rtl="0"/>
            <a:fld id="{69DC22A3-4BBA-427E-990E-76363AFABCED}" type="slidenum">
              <a:rPr lang="de-DE" sz="800" kern="0" smtClean="0">
                <a:solidFill>
                  <a:schemeClr val="tx1"/>
                </a:solidFill>
                <a:latin typeface="+mj-lt"/>
              </a:rPr>
              <a:pPr rtl="0"/>
              <a:t>‹#›</a:t>
            </a:fld>
            <a:endParaRPr lang="de-DE" sz="800" kern="0" dirty="0">
              <a:solidFill>
                <a:schemeClr val="tx1"/>
              </a:solidFill>
              <a:latin typeface="+mj-lt"/>
            </a:endParaRPr>
          </a:p>
        </p:txBody>
      </p:sp>
      <p:sp>
        <p:nvSpPr>
          <p:cNvPr id="12" name="Line 58">
            <a:extLst>
              <a:ext uri="{FF2B5EF4-FFF2-40B4-BE49-F238E27FC236}">
                <a16:creationId xmlns:a16="http://schemas.microsoft.com/office/drawing/2014/main" id="{C499B356-3BA6-7EC4-8757-1E8370E6AC7C}"/>
              </a:ext>
            </a:extLst>
          </p:cNvPr>
          <p:cNvSpPr>
            <a:spLocks noChangeShapeType="1"/>
          </p:cNvSpPr>
          <p:nvPr userDrawn="1"/>
        </p:nvSpPr>
        <p:spPr bwMode="auto">
          <a:xfrm>
            <a:off x="10095100" y="7078891"/>
            <a:ext cx="201600" cy="0"/>
          </a:xfrm>
          <a:prstGeom prst="line">
            <a:avLst/>
          </a:prstGeom>
          <a:noFill/>
          <a:ln w="11430" cap="flat">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190" tIns="57095" rIns="114190" bIns="57095"/>
          <a:lstStyle/>
          <a:p>
            <a:pPr lvl="0" rtl="0"/>
            <a:endParaRPr lang="de-DE" sz="800" kern="0" baseline="0" noProof="0" dirty="0"/>
          </a:p>
        </p:txBody>
      </p:sp>
    </p:spTree>
    <p:extLst>
      <p:ext uri="{BB962C8B-B14F-4D97-AF65-F5344CB8AC3E}">
        <p14:creationId xmlns:p14="http://schemas.microsoft.com/office/powerpoint/2010/main" val="3573607701"/>
      </p:ext>
    </p:extLst>
  </p:cSld>
  <p:clrMapOvr>
    <a:masterClrMapping/>
  </p:clrMapOvr>
  <p:hf hdr="0"/>
  <p:extLst>
    <p:ext uri="{DCECCB84-F9BA-43D5-87BE-67443E8EF086}">
      <p15:sldGuideLst xmlns:p15="http://schemas.microsoft.com/office/powerpoint/2012/main">
        <p15:guide id="1" orient="horz" pos="2381">
          <p15:clr>
            <a:srgbClr val="FBAE40"/>
          </p15:clr>
        </p15:guide>
        <p15:guide id="2" pos="3368">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_Agenda_e">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3B937C46-509D-C44E-5D74-A70B6FE8154F}"/>
              </a:ext>
            </a:extLst>
          </p:cNvPr>
          <p:cNvGraphicFramePr>
            <a:graphicFrameLocks noChangeAspect="1"/>
          </p:cNvGraphicFramePr>
          <p:nvPr userDrawn="1">
            <p:custDataLst>
              <p:tags r:id="rId1"/>
            </p:custDataLst>
            <p:extLst>
              <p:ext uri="{D42A27DB-BD31-4B8C-83A1-F6EECF244321}">
                <p14:modId xmlns:p14="http://schemas.microsoft.com/office/powerpoint/2010/main" val="359510261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9" name="Textplatzhalter 6"/>
          <p:cNvSpPr>
            <a:spLocks noGrp="1"/>
          </p:cNvSpPr>
          <p:nvPr>
            <p:ph type="body" sz="quarter" idx="14" hasCustomPrompt="1"/>
          </p:nvPr>
        </p:nvSpPr>
        <p:spPr>
          <a:xfrm>
            <a:off x="1674292" y="1767015"/>
            <a:ext cx="7252045" cy="4898897"/>
          </a:xfrm>
        </p:spPr>
        <p:txBody>
          <a:bodyPr/>
          <a:lstStyle>
            <a:lvl1pPr marL="0" marR="0" indent="0" algn="l" defTabSz="1043056" rtl="0" eaLnBrk="1" fontAlgn="auto" latinLnBrk="0" hangingPunct="1">
              <a:lnSpc>
                <a:spcPct val="250000"/>
              </a:lnSpc>
              <a:spcBef>
                <a:spcPts val="0"/>
              </a:spcBef>
              <a:spcAft>
                <a:spcPts val="600"/>
              </a:spcAft>
              <a:buClr>
                <a:schemeClr val="accent1"/>
              </a:buClr>
              <a:buSzTx/>
              <a:buFontTx/>
              <a:buNone/>
              <a:tabLst/>
              <a:defRPr lang="de-DE" sz="1400" b="1" kern="1200" dirty="0" smtClean="0">
                <a:solidFill>
                  <a:srgbClr val="003D7C"/>
                </a:solidFill>
                <a:latin typeface="+mn-lt"/>
                <a:ea typeface="+mn-ea"/>
                <a:cs typeface="+mn-cs"/>
              </a:defRPr>
            </a:lvl1pPr>
          </a:lstStyle>
          <a:p>
            <a:pPr lvl="0"/>
            <a:r>
              <a:rPr lang="de-DE" dirty="0"/>
              <a:t>Textmasterformat bearbeiten</a:t>
            </a:r>
          </a:p>
          <a:p>
            <a:pPr lvl="0"/>
            <a:r>
              <a:rPr lang="de-DE" dirty="0"/>
              <a:t>Textmasterformat bearbeiten</a:t>
            </a:r>
          </a:p>
          <a:p>
            <a:pPr lvl="0"/>
            <a:r>
              <a:rPr lang="de-DE" dirty="0"/>
              <a:t>Textmasterformat bearbeiten</a:t>
            </a:r>
          </a:p>
          <a:p>
            <a:pPr lvl="0"/>
            <a:r>
              <a:rPr lang="de-DE" dirty="0"/>
              <a:t>Textmasterformat bearbeiten</a:t>
            </a:r>
          </a:p>
          <a:p>
            <a:pPr lvl="0"/>
            <a:r>
              <a:rPr lang="de-DE" dirty="0"/>
              <a:t>Textmasterformat bearbeiten</a:t>
            </a:r>
          </a:p>
          <a:p>
            <a:pPr lvl="0"/>
            <a:r>
              <a:rPr lang="de-DE" dirty="0"/>
              <a:t>Textmasterformat bearbeiten</a:t>
            </a:r>
          </a:p>
          <a:p>
            <a:pPr lvl="0"/>
            <a:r>
              <a:rPr lang="de-DE" dirty="0"/>
              <a:t>Textmasterformat bearbeiten</a:t>
            </a:r>
          </a:p>
        </p:txBody>
      </p:sp>
      <p:sp>
        <p:nvSpPr>
          <p:cNvPr id="20" name="Textplatzhalter 8"/>
          <p:cNvSpPr>
            <a:spLocks noGrp="1"/>
          </p:cNvSpPr>
          <p:nvPr>
            <p:ph type="body" sz="quarter" idx="15" hasCustomPrompt="1"/>
          </p:nvPr>
        </p:nvSpPr>
        <p:spPr>
          <a:xfrm>
            <a:off x="897413" y="1910989"/>
            <a:ext cx="469900" cy="380480"/>
          </a:xfrm>
          <a:solidFill>
            <a:srgbClr val="003D7C"/>
          </a:solidFill>
        </p:spPr>
        <p:txBody>
          <a:bodyPr vert="horz" wrap="square" lIns="36000" tIns="36000" rIns="36000" bIns="36000" rtlCol="0" anchor="t" anchorCtr="0">
            <a:spAutoFit/>
          </a:bodyPr>
          <a:lstStyle>
            <a:lvl1pPr marL="391146" indent="-391146" algn="ctr" rtl="0">
              <a:buFontTx/>
              <a:buNone/>
              <a:defRPr lang="de-DE" sz="2000" b="1" dirty="0" smtClean="0">
                <a:solidFill>
                  <a:schemeClr val="bg1"/>
                </a:solidFill>
                <a:latin typeface="+mj-lt"/>
                <a:ea typeface="+mj-ea"/>
                <a:cs typeface="+mj-cs"/>
              </a:defRPr>
            </a:lvl1pPr>
            <a:lvl2pPr>
              <a:defRPr lang="de-DE" sz="1600" b="1" dirty="0" smtClean="0"/>
            </a:lvl2pPr>
            <a:lvl3pPr>
              <a:defRPr lang="de-DE" sz="1600" b="1" dirty="0" smtClean="0"/>
            </a:lvl3pPr>
            <a:lvl4pPr>
              <a:defRPr lang="de-DE" sz="1600" b="1" dirty="0" smtClean="0"/>
            </a:lvl4pPr>
            <a:lvl5pPr>
              <a:defRPr lang="de-DE" sz="1600" b="1" dirty="0"/>
            </a:lvl5pPr>
          </a:lstStyle>
          <a:p>
            <a:pPr marL="0" lvl="0" indent="0" algn="ctr">
              <a:spcBef>
                <a:spcPct val="0"/>
              </a:spcBef>
            </a:pPr>
            <a:r>
              <a:rPr lang="de-DE" dirty="0"/>
              <a:t>1</a:t>
            </a:r>
          </a:p>
        </p:txBody>
      </p:sp>
      <p:sp>
        <p:nvSpPr>
          <p:cNvPr id="16" name="Titel 1"/>
          <p:cNvSpPr>
            <a:spLocks noGrp="1"/>
          </p:cNvSpPr>
          <p:nvPr>
            <p:ph type="title" hasCustomPrompt="1"/>
          </p:nvPr>
        </p:nvSpPr>
        <p:spPr>
          <a:xfrm>
            <a:off x="381618" y="450279"/>
            <a:ext cx="9936000" cy="720000"/>
          </a:xfrm>
        </p:spPr>
        <p:txBody>
          <a:bodyPr vert="horz"/>
          <a:lstStyle>
            <a:lvl1pPr rtl="0">
              <a:defRPr sz="2000" b="1">
                <a:solidFill>
                  <a:schemeClr val="tx1"/>
                </a:solidFill>
                <a:latin typeface="Univers for Metzler" panose="020B0503030202020203" pitchFamily="34" charset="0"/>
              </a:defRPr>
            </a:lvl1pPr>
          </a:lstStyle>
          <a:p>
            <a:r>
              <a:rPr lang="de-DE" dirty="0"/>
              <a:t>Agenda</a:t>
            </a:r>
          </a:p>
        </p:txBody>
      </p:sp>
      <p:sp>
        <p:nvSpPr>
          <p:cNvPr id="13" name="Textplatzhalter 8"/>
          <p:cNvSpPr>
            <a:spLocks noGrp="1"/>
          </p:cNvSpPr>
          <p:nvPr>
            <p:ph type="body" sz="quarter" idx="22" hasCustomPrompt="1"/>
          </p:nvPr>
        </p:nvSpPr>
        <p:spPr>
          <a:xfrm>
            <a:off x="897413" y="2519543"/>
            <a:ext cx="469900" cy="380480"/>
          </a:xfrm>
          <a:solidFill>
            <a:srgbClr val="003D7C"/>
          </a:solidFill>
        </p:spPr>
        <p:txBody>
          <a:bodyPr vert="horz" wrap="square" lIns="36000" tIns="36000" rIns="36000" bIns="36000" rtlCol="0" anchor="t" anchorCtr="0">
            <a:spAutoFit/>
          </a:bodyPr>
          <a:lstStyle>
            <a:lvl1pPr marL="391146" indent="-391146" algn="ctr" rtl="0">
              <a:buFontTx/>
              <a:buNone/>
              <a:defRPr lang="de-DE" sz="2000" b="1" dirty="0" smtClean="0">
                <a:solidFill>
                  <a:schemeClr val="bg1"/>
                </a:solidFill>
                <a:latin typeface="+mj-lt"/>
                <a:ea typeface="+mj-ea"/>
                <a:cs typeface="+mj-cs"/>
              </a:defRPr>
            </a:lvl1pPr>
            <a:lvl2pPr>
              <a:defRPr lang="de-DE" sz="1600" b="1" dirty="0" smtClean="0"/>
            </a:lvl2pPr>
            <a:lvl3pPr>
              <a:defRPr lang="de-DE" sz="1600" b="1" dirty="0" smtClean="0"/>
            </a:lvl3pPr>
            <a:lvl4pPr>
              <a:defRPr lang="de-DE" sz="1600" b="1" dirty="0" smtClean="0"/>
            </a:lvl4pPr>
            <a:lvl5pPr>
              <a:defRPr lang="de-DE" sz="1600" b="1" dirty="0"/>
            </a:lvl5pPr>
          </a:lstStyle>
          <a:p>
            <a:pPr marL="0" lvl="0" indent="0" algn="ctr">
              <a:spcBef>
                <a:spcPct val="0"/>
              </a:spcBef>
            </a:pPr>
            <a:r>
              <a:rPr lang="de-DE" dirty="0"/>
              <a:t>2</a:t>
            </a:r>
          </a:p>
        </p:txBody>
      </p:sp>
      <p:sp>
        <p:nvSpPr>
          <p:cNvPr id="14" name="Textplatzhalter 8"/>
          <p:cNvSpPr>
            <a:spLocks noGrp="1"/>
          </p:cNvSpPr>
          <p:nvPr>
            <p:ph type="body" sz="quarter" idx="23" hasCustomPrompt="1"/>
          </p:nvPr>
        </p:nvSpPr>
        <p:spPr>
          <a:xfrm>
            <a:off x="897413" y="3128097"/>
            <a:ext cx="469900" cy="380480"/>
          </a:xfrm>
          <a:solidFill>
            <a:srgbClr val="003D7C"/>
          </a:solidFill>
        </p:spPr>
        <p:txBody>
          <a:bodyPr vert="horz" wrap="square" lIns="36000" tIns="36000" rIns="36000" bIns="36000" rtlCol="0" anchor="t" anchorCtr="0">
            <a:spAutoFit/>
          </a:bodyPr>
          <a:lstStyle>
            <a:lvl1pPr marL="391146" indent="-391146" algn="ctr" rtl="0">
              <a:buFontTx/>
              <a:buNone/>
              <a:defRPr lang="de-DE" sz="2000" b="1" dirty="0" smtClean="0">
                <a:solidFill>
                  <a:schemeClr val="bg1"/>
                </a:solidFill>
                <a:latin typeface="+mj-lt"/>
                <a:ea typeface="+mj-ea"/>
                <a:cs typeface="+mj-cs"/>
              </a:defRPr>
            </a:lvl1pPr>
            <a:lvl2pPr>
              <a:defRPr lang="de-DE" sz="1600" b="1" dirty="0" smtClean="0"/>
            </a:lvl2pPr>
            <a:lvl3pPr>
              <a:defRPr lang="de-DE" sz="1600" b="1" dirty="0" smtClean="0"/>
            </a:lvl3pPr>
            <a:lvl4pPr>
              <a:defRPr lang="de-DE" sz="1600" b="1" dirty="0" smtClean="0"/>
            </a:lvl4pPr>
            <a:lvl5pPr>
              <a:defRPr lang="de-DE" sz="1600" b="1" dirty="0"/>
            </a:lvl5pPr>
          </a:lstStyle>
          <a:p>
            <a:pPr marL="0" lvl="0" indent="0" algn="ctr">
              <a:spcBef>
                <a:spcPct val="0"/>
              </a:spcBef>
            </a:pPr>
            <a:r>
              <a:rPr lang="de-DE" dirty="0"/>
              <a:t>3</a:t>
            </a:r>
          </a:p>
        </p:txBody>
      </p:sp>
      <p:sp>
        <p:nvSpPr>
          <p:cNvPr id="17" name="Textplatzhalter 8"/>
          <p:cNvSpPr>
            <a:spLocks noGrp="1"/>
          </p:cNvSpPr>
          <p:nvPr>
            <p:ph type="body" sz="quarter" idx="24" hasCustomPrompt="1"/>
          </p:nvPr>
        </p:nvSpPr>
        <p:spPr>
          <a:xfrm>
            <a:off x="897413" y="3736651"/>
            <a:ext cx="469900" cy="380480"/>
          </a:xfrm>
          <a:solidFill>
            <a:srgbClr val="003D7C"/>
          </a:solidFill>
        </p:spPr>
        <p:txBody>
          <a:bodyPr vert="horz" wrap="square" lIns="36000" tIns="36000" rIns="36000" bIns="36000" rtlCol="0" anchor="t" anchorCtr="0">
            <a:spAutoFit/>
          </a:bodyPr>
          <a:lstStyle>
            <a:lvl1pPr marL="391146" indent="-391146" algn="ctr" rtl="0">
              <a:buFontTx/>
              <a:buNone/>
              <a:defRPr lang="de-DE" sz="2000" b="1" dirty="0" smtClean="0">
                <a:solidFill>
                  <a:schemeClr val="bg1"/>
                </a:solidFill>
                <a:latin typeface="+mj-lt"/>
                <a:ea typeface="+mj-ea"/>
                <a:cs typeface="+mj-cs"/>
              </a:defRPr>
            </a:lvl1pPr>
            <a:lvl2pPr>
              <a:defRPr lang="de-DE" sz="1600" b="1" dirty="0" smtClean="0"/>
            </a:lvl2pPr>
            <a:lvl3pPr>
              <a:defRPr lang="de-DE" sz="1600" b="1" dirty="0" smtClean="0"/>
            </a:lvl3pPr>
            <a:lvl4pPr>
              <a:defRPr lang="de-DE" sz="1600" b="1" dirty="0" smtClean="0"/>
            </a:lvl4pPr>
            <a:lvl5pPr>
              <a:defRPr lang="de-DE" sz="1600" b="1" dirty="0"/>
            </a:lvl5pPr>
          </a:lstStyle>
          <a:p>
            <a:pPr marL="0" lvl="0" indent="0" algn="ctr">
              <a:spcBef>
                <a:spcPct val="0"/>
              </a:spcBef>
            </a:pPr>
            <a:r>
              <a:rPr lang="de-DE" dirty="0"/>
              <a:t>4</a:t>
            </a:r>
          </a:p>
        </p:txBody>
      </p:sp>
      <p:sp>
        <p:nvSpPr>
          <p:cNvPr id="18" name="Textplatzhalter 8"/>
          <p:cNvSpPr>
            <a:spLocks noGrp="1"/>
          </p:cNvSpPr>
          <p:nvPr>
            <p:ph type="body" sz="quarter" idx="25" hasCustomPrompt="1"/>
          </p:nvPr>
        </p:nvSpPr>
        <p:spPr>
          <a:xfrm>
            <a:off x="897413" y="4345205"/>
            <a:ext cx="469900" cy="380480"/>
          </a:xfrm>
          <a:solidFill>
            <a:srgbClr val="003D7C"/>
          </a:solidFill>
        </p:spPr>
        <p:txBody>
          <a:bodyPr vert="horz" wrap="square" lIns="36000" tIns="36000" rIns="36000" bIns="36000" rtlCol="0" anchor="t" anchorCtr="0">
            <a:spAutoFit/>
          </a:bodyPr>
          <a:lstStyle>
            <a:lvl1pPr marL="391146" indent="-391146" algn="ctr" rtl="0">
              <a:buFontTx/>
              <a:buNone/>
              <a:defRPr lang="de-DE" sz="2000" b="1" dirty="0" smtClean="0">
                <a:solidFill>
                  <a:schemeClr val="bg1"/>
                </a:solidFill>
                <a:latin typeface="+mj-lt"/>
                <a:ea typeface="+mj-ea"/>
                <a:cs typeface="+mj-cs"/>
              </a:defRPr>
            </a:lvl1pPr>
            <a:lvl2pPr>
              <a:defRPr lang="de-DE" sz="1600" b="1" dirty="0" smtClean="0"/>
            </a:lvl2pPr>
            <a:lvl3pPr>
              <a:defRPr lang="de-DE" sz="1600" b="1" dirty="0" smtClean="0"/>
            </a:lvl3pPr>
            <a:lvl4pPr>
              <a:defRPr lang="de-DE" sz="1600" b="1" dirty="0" smtClean="0"/>
            </a:lvl4pPr>
            <a:lvl5pPr>
              <a:defRPr lang="de-DE" sz="1600" b="1" dirty="0"/>
            </a:lvl5pPr>
          </a:lstStyle>
          <a:p>
            <a:pPr marL="0" lvl="0" indent="0" algn="ctr">
              <a:spcBef>
                <a:spcPct val="0"/>
              </a:spcBef>
            </a:pPr>
            <a:r>
              <a:rPr lang="de-DE" dirty="0"/>
              <a:t>5</a:t>
            </a:r>
          </a:p>
        </p:txBody>
      </p:sp>
      <p:sp>
        <p:nvSpPr>
          <p:cNvPr id="28" name="Textplatzhalter 8"/>
          <p:cNvSpPr>
            <a:spLocks noGrp="1"/>
          </p:cNvSpPr>
          <p:nvPr>
            <p:ph type="body" sz="quarter" idx="26" hasCustomPrompt="1"/>
          </p:nvPr>
        </p:nvSpPr>
        <p:spPr>
          <a:xfrm>
            <a:off x="897413" y="4953759"/>
            <a:ext cx="469900" cy="380480"/>
          </a:xfrm>
          <a:solidFill>
            <a:srgbClr val="003D7C"/>
          </a:solidFill>
        </p:spPr>
        <p:txBody>
          <a:bodyPr vert="horz" wrap="square" lIns="36000" tIns="36000" rIns="36000" bIns="36000" rtlCol="0" anchor="t" anchorCtr="0">
            <a:spAutoFit/>
          </a:bodyPr>
          <a:lstStyle>
            <a:lvl1pPr marL="391146" indent="-391146" algn="ctr" rtl="0">
              <a:buFontTx/>
              <a:buNone/>
              <a:defRPr lang="de-DE" sz="2000" b="1" dirty="0" smtClean="0">
                <a:solidFill>
                  <a:schemeClr val="bg1"/>
                </a:solidFill>
                <a:latin typeface="+mj-lt"/>
                <a:ea typeface="+mj-ea"/>
                <a:cs typeface="+mj-cs"/>
              </a:defRPr>
            </a:lvl1pPr>
            <a:lvl2pPr>
              <a:defRPr lang="de-DE" sz="1600" b="1" dirty="0" smtClean="0"/>
            </a:lvl2pPr>
            <a:lvl3pPr>
              <a:defRPr lang="de-DE" sz="1600" b="1" dirty="0" smtClean="0"/>
            </a:lvl3pPr>
            <a:lvl4pPr>
              <a:defRPr lang="de-DE" sz="1600" b="1" dirty="0" smtClean="0"/>
            </a:lvl4pPr>
            <a:lvl5pPr>
              <a:defRPr lang="de-DE" sz="1600" b="1" dirty="0"/>
            </a:lvl5pPr>
          </a:lstStyle>
          <a:p>
            <a:pPr marL="0" lvl="0" indent="0" algn="ctr">
              <a:spcBef>
                <a:spcPct val="0"/>
              </a:spcBef>
            </a:pPr>
            <a:r>
              <a:rPr lang="de-DE" dirty="0"/>
              <a:t>6</a:t>
            </a:r>
          </a:p>
        </p:txBody>
      </p:sp>
      <p:sp>
        <p:nvSpPr>
          <p:cNvPr id="29" name="Textplatzhalter 8"/>
          <p:cNvSpPr>
            <a:spLocks noGrp="1"/>
          </p:cNvSpPr>
          <p:nvPr>
            <p:ph type="body" sz="quarter" idx="27" hasCustomPrompt="1"/>
          </p:nvPr>
        </p:nvSpPr>
        <p:spPr>
          <a:xfrm>
            <a:off x="897413" y="5562315"/>
            <a:ext cx="469900" cy="380480"/>
          </a:xfrm>
          <a:solidFill>
            <a:srgbClr val="003D7C"/>
          </a:solidFill>
        </p:spPr>
        <p:txBody>
          <a:bodyPr vert="horz" wrap="square" lIns="36000" tIns="36000" rIns="36000" bIns="36000" rtlCol="0" anchor="t" anchorCtr="0">
            <a:spAutoFit/>
          </a:bodyPr>
          <a:lstStyle>
            <a:lvl1pPr marL="391146" indent="-391146" algn="ctr" rtl="0">
              <a:buFontTx/>
              <a:buNone/>
              <a:defRPr lang="de-DE" sz="2000" b="1" dirty="0" smtClean="0">
                <a:solidFill>
                  <a:schemeClr val="bg1"/>
                </a:solidFill>
                <a:latin typeface="+mj-lt"/>
                <a:ea typeface="+mj-ea"/>
                <a:cs typeface="+mj-cs"/>
              </a:defRPr>
            </a:lvl1pPr>
            <a:lvl2pPr>
              <a:defRPr lang="de-DE" sz="1600" b="1" dirty="0" smtClean="0"/>
            </a:lvl2pPr>
            <a:lvl3pPr>
              <a:defRPr lang="de-DE" sz="1600" b="1" dirty="0" smtClean="0"/>
            </a:lvl3pPr>
            <a:lvl4pPr>
              <a:defRPr lang="de-DE" sz="1600" b="1" dirty="0" smtClean="0"/>
            </a:lvl4pPr>
            <a:lvl5pPr>
              <a:defRPr lang="de-DE" sz="1600" b="1" dirty="0"/>
            </a:lvl5pPr>
          </a:lstStyle>
          <a:p>
            <a:pPr marL="0" lvl="0" indent="0" algn="ctr">
              <a:spcBef>
                <a:spcPct val="0"/>
              </a:spcBef>
            </a:pPr>
            <a:r>
              <a:rPr lang="de-DE" dirty="0"/>
              <a:t>7</a:t>
            </a:r>
          </a:p>
        </p:txBody>
      </p:sp>
      <p:sp>
        <p:nvSpPr>
          <p:cNvPr id="21" name="Line 58"/>
          <p:cNvSpPr>
            <a:spLocks noChangeShapeType="1"/>
          </p:cNvSpPr>
          <p:nvPr userDrawn="1"/>
        </p:nvSpPr>
        <p:spPr bwMode="auto">
          <a:xfrm>
            <a:off x="378700" y="1166665"/>
            <a:ext cx="9936000" cy="0"/>
          </a:xfrm>
          <a:prstGeom prst="line">
            <a:avLst/>
          </a:prstGeom>
          <a:noFill/>
          <a:ln w="19050" cap="flat">
            <a:solidFill>
              <a:srgbClr val="003D7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190" tIns="57095" rIns="114190" bIns="57095"/>
          <a:lstStyle/>
          <a:p>
            <a:pPr defTabSz="1042688" rtl="0"/>
            <a:endParaRPr lang="de-DE" sz="800" kern="0" dirty="0">
              <a:solidFill>
                <a:prstClr val="black"/>
              </a:solidFill>
            </a:endParaRPr>
          </a:p>
        </p:txBody>
      </p:sp>
    </p:spTree>
    <p:extLst>
      <p:ext uri="{BB962C8B-B14F-4D97-AF65-F5344CB8AC3E}">
        <p14:creationId xmlns:p14="http://schemas.microsoft.com/office/powerpoint/2010/main" val="373041143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ection_e">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B342ED49-E02E-8C0C-88AF-F2067895A4D8}"/>
              </a:ext>
            </a:extLst>
          </p:cNvPr>
          <p:cNvGraphicFramePr>
            <a:graphicFrameLocks noChangeAspect="1"/>
          </p:cNvGraphicFramePr>
          <p:nvPr userDrawn="1">
            <p:custDataLst>
              <p:tags r:id="rId1"/>
            </p:custDataLst>
            <p:extLst>
              <p:ext uri="{D42A27DB-BD31-4B8C-83A1-F6EECF244321}">
                <p14:modId xmlns:p14="http://schemas.microsoft.com/office/powerpoint/2010/main" val="411824605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Line 825"/>
          <p:cNvSpPr>
            <a:spLocks noChangeShapeType="1"/>
          </p:cNvSpPr>
          <p:nvPr userDrawn="1"/>
        </p:nvSpPr>
        <p:spPr bwMode="auto">
          <a:xfrm>
            <a:off x="381619" y="3240000"/>
            <a:ext cx="9936000" cy="0"/>
          </a:xfrm>
          <a:prstGeom prst="line">
            <a:avLst/>
          </a:prstGeom>
          <a:noFill/>
          <a:ln w="28575">
            <a:solidFill>
              <a:srgbClr val="003D7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rtl="0"/>
            <a:endParaRPr lang="de-DE" dirty="0"/>
          </a:p>
        </p:txBody>
      </p:sp>
      <p:sp>
        <p:nvSpPr>
          <p:cNvPr id="7" name="Textplatzhalter 8"/>
          <p:cNvSpPr>
            <a:spLocks noGrp="1"/>
          </p:cNvSpPr>
          <p:nvPr>
            <p:ph type="body" sz="quarter" idx="11" hasCustomPrompt="1"/>
          </p:nvPr>
        </p:nvSpPr>
        <p:spPr>
          <a:xfrm>
            <a:off x="381618" y="3616322"/>
            <a:ext cx="9375156" cy="2525713"/>
          </a:xfrm>
        </p:spPr>
        <p:txBody>
          <a:bodyPr/>
          <a:lstStyle>
            <a:lvl1pPr marL="723900" indent="-723900" rtl="0">
              <a:defRPr sz="2200" b="1">
                <a:solidFill>
                  <a:srgbClr val="003D7C"/>
                </a:solidFill>
              </a:defRPr>
            </a:lvl1pPr>
            <a:lvl2pPr marL="1079500" indent="-355600" rtl="0">
              <a:spcBef>
                <a:spcPts val="1200"/>
              </a:spcBef>
              <a:defRPr sz="2200" b="1">
                <a:solidFill>
                  <a:srgbClr val="003D7C"/>
                </a:solidFill>
              </a:defRPr>
            </a:lvl2pPr>
            <a:lvl3pPr marL="1346200" indent="-266700" rtl="0">
              <a:spcBef>
                <a:spcPts val="1200"/>
              </a:spcBef>
              <a:buClr>
                <a:srgbClr val="003D7C"/>
              </a:buClr>
              <a:defRPr sz="2200" b="1">
                <a:solidFill>
                  <a:srgbClr val="003D7C"/>
                </a:solidFill>
              </a:defRPr>
            </a:lvl3pPr>
            <a:lvl4pPr>
              <a:defRPr sz="2200" b="1">
                <a:solidFill>
                  <a:schemeClr val="accent1"/>
                </a:solidFill>
              </a:defRPr>
            </a:lvl4pPr>
            <a:lvl5pPr>
              <a:defRPr sz="2200" b="1">
                <a:solidFill>
                  <a:schemeClr val="accent1"/>
                </a:solidFill>
              </a:defRPr>
            </a:lvl5pPr>
          </a:lstStyle>
          <a:p>
            <a:pPr lvl="0"/>
            <a:r>
              <a:rPr lang="de-DE" dirty="0"/>
              <a:t>Mastertextformat bearbeiten</a:t>
            </a:r>
          </a:p>
          <a:p>
            <a:pPr lvl="1"/>
            <a:r>
              <a:rPr lang="de-DE" dirty="0"/>
              <a:t>Zweite Ebene</a:t>
            </a:r>
          </a:p>
          <a:p>
            <a:pPr lvl="2"/>
            <a:r>
              <a:rPr lang="de-DE" dirty="0"/>
              <a:t>Dritte Ebene</a:t>
            </a:r>
          </a:p>
        </p:txBody>
      </p:sp>
      <p:sp>
        <p:nvSpPr>
          <p:cNvPr id="8" name="Textplatzhalter 12"/>
          <p:cNvSpPr>
            <a:spLocks noGrp="1"/>
          </p:cNvSpPr>
          <p:nvPr>
            <p:ph type="body" sz="quarter" idx="10" hasCustomPrompt="1"/>
          </p:nvPr>
        </p:nvSpPr>
        <p:spPr>
          <a:xfrm>
            <a:off x="381618" y="3582988"/>
            <a:ext cx="483640" cy="411257"/>
          </a:xfrm>
          <a:solidFill>
            <a:srgbClr val="003D7C"/>
          </a:solidFill>
        </p:spPr>
        <p:txBody>
          <a:bodyPr vert="horz" wrap="none" lIns="72000" tIns="36000" rIns="72000" bIns="36000" rtlCol="0" anchor="t" anchorCtr="0">
            <a:noAutofit/>
          </a:bodyPr>
          <a:lstStyle>
            <a:lvl1pPr marL="0" indent="0" algn="ctr" rtl="0">
              <a:buFontTx/>
              <a:buNone/>
              <a:defRPr lang="de-DE" sz="2200" b="1" dirty="0" smtClean="0">
                <a:solidFill>
                  <a:schemeClr val="bg1"/>
                </a:solidFill>
                <a:latin typeface="+mj-lt"/>
                <a:ea typeface="+mj-ea"/>
                <a:cs typeface="+mj-cs"/>
              </a:defRPr>
            </a:lvl1pPr>
            <a:lvl2pPr marL="195573" indent="0">
              <a:buFontTx/>
              <a:buNone/>
              <a:defRPr lang="de-DE" sz="2100" dirty="0" smtClean="0"/>
            </a:lvl2pPr>
            <a:lvl3pPr marL="782292" indent="0">
              <a:buFontTx/>
              <a:buNone/>
              <a:defRPr lang="de-DE" sz="2100" dirty="0" smtClean="0"/>
            </a:lvl3pPr>
            <a:lvl4pPr marL="1303820" indent="0">
              <a:buFontTx/>
              <a:buNone/>
              <a:defRPr lang="de-DE" sz="2100" dirty="0" smtClean="0"/>
            </a:lvl4pPr>
            <a:lvl5pPr marL="1825348" indent="0">
              <a:buFontTx/>
              <a:buNone/>
              <a:defRPr lang="de-DE" sz="2100" dirty="0"/>
            </a:lvl5pPr>
          </a:lstStyle>
          <a:p>
            <a:pPr marL="0" lvl="0" algn="ctr">
              <a:spcBef>
                <a:spcPct val="0"/>
              </a:spcBef>
              <a:buNone/>
            </a:pPr>
            <a:r>
              <a:rPr lang="de-DE" dirty="0" err="1"/>
              <a:t>Nr</a:t>
            </a:r>
            <a:endParaRPr lang="de-DE" dirty="0"/>
          </a:p>
        </p:txBody>
      </p:sp>
    </p:spTree>
    <p:extLst>
      <p:ext uri="{BB962C8B-B14F-4D97-AF65-F5344CB8AC3E}">
        <p14:creationId xmlns:p14="http://schemas.microsoft.com/office/powerpoint/2010/main" val="5700392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Inhalt_0_e">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3C301F3A-8D73-35C2-D83B-C0A8E9652D09}"/>
              </a:ext>
            </a:extLst>
          </p:cNvPr>
          <p:cNvGraphicFramePr>
            <a:graphicFrameLocks noChangeAspect="1"/>
          </p:cNvGraphicFramePr>
          <p:nvPr userDrawn="1">
            <p:custDataLst>
              <p:tags r:id="rId1"/>
            </p:custDataLst>
            <p:extLst>
              <p:ext uri="{D42A27DB-BD31-4B8C-83A1-F6EECF244321}">
                <p14:modId xmlns:p14="http://schemas.microsoft.com/office/powerpoint/2010/main" val="210311726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el 1"/>
          <p:cNvSpPr>
            <a:spLocks noGrp="1"/>
          </p:cNvSpPr>
          <p:nvPr>
            <p:ph type="title" hasCustomPrompt="1"/>
          </p:nvPr>
        </p:nvSpPr>
        <p:spPr>
          <a:xfrm>
            <a:off x="378700" y="450279"/>
            <a:ext cx="9936000" cy="720000"/>
          </a:xfrm>
        </p:spPr>
        <p:txBody>
          <a:bodyPr vert="horz"/>
          <a:lstStyle>
            <a:lvl1pPr rtl="0">
              <a:defRPr sz="2000" b="1">
                <a:solidFill>
                  <a:schemeClr val="tx1"/>
                </a:solidFill>
                <a:latin typeface="Univers for Metzler" panose="020B0503030202020203" pitchFamily="34" charset="0"/>
              </a:defRPr>
            </a:lvl1pPr>
          </a:lstStyle>
          <a:p>
            <a:r>
              <a:rPr lang="de-DE" dirty="0"/>
              <a:t>Mastertitelformat bearbeiten</a:t>
            </a:r>
          </a:p>
        </p:txBody>
      </p:sp>
      <p:sp>
        <p:nvSpPr>
          <p:cNvPr id="6" name="Textplatzhalter 5"/>
          <p:cNvSpPr>
            <a:spLocks noGrp="1"/>
          </p:cNvSpPr>
          <p:nvPr>
            <p:ph type="body" sz="quarter" idx="12" hasCustomPrompt="1"/>
          </p:nvPr>
        </p:nvSpPr>
        <p:spPr>
          <a:xfrm>
            <a:off x="378700" y="1243937"/>
            <a:ext cx="9936000" cy="271120"/>
          </a:xfrm>
        </p:spPr>
        <p:txBody>
          <a:bodyPr/>
          <a:lstStyle>
            <a:lvl1pPr marL="0" indent="0" rtl="0">
              <a:buNone/>
              <a:defRPr sz="1400" b="1">
                <a:solidFill>
                  <a:schemeClr val="tx2"/>
                </a:solidFill>
                <a:latin typeface="Univers for Metzler" panose="020B0503030202020203" pitchFamily="34" charset="0"/>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Untertitel</a:t>
            </a:r>
          </a:p>
        </p:txBody>
      </p:sp>
      <p:sp>
        <p:nvSpPr>
          <p:cNvPr id="7" name="Textplatzhalter 5"/>
          <p:cNvSpPr>
            <a:spLocks noGrp="1"/>
          </p:cNvSpPr>
          <p:nvPr>
            <p:ph type="body" sz="quarter" idx="13" hasCustomPrompt="1"/>
          </p:nvPr>
        </p:nvSpPr>
        <p:spPr>
          <a:xfrm>
            <a:off x="378700" y="233868"/>
            <a:ext cx="9936000" cy="216000"/>
          </a:xfrm>
        </p:spPr>
        <p:txBody>
          <a:bodyPr anchor="t" anchorCtr="0"/>
          <a:lstStyle>
            <a:lvl1pPr marL="0" indent="0" rtl="0">
              <a:buNone/>
              <a:defRPr sz="1000" b="0">
                <a:solidFill>
                  <a:schemeClr val="tx2"/>
                </a:solidFill>
                <a:latin typeface="Univers for Metzler" panose="020B0503030202020203" pitchFamily="34" charset="0"/>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Agenda</a:t>
            </a:r>
          </a:p>
        </p:txBody>
      </p:sp>
      <p:sp>
        <p:nvSpPr>
          <p:cNvPr id="10" name="Line 58"/>
          <p:cNvSpPr>
            <a:spLocks noChangeShapeType="1"/>
          </p:cNvSpPr>
          <p:nvPr userDrawn="1"/>
        </p:nvSpPr>
        <p:spPr bwMode="auto">
          <a:xfrm>
            <a:off x="378700" y="1166665"/>
            <a:ext cx="9936000" cy="0"/>
          </a:xfrm>
          <a:prstGeom prst="line">
            <a:avLst/>
          </a:prstGeom>
          <a:noFill/>
          <a:ln w="19050" cap="flat">
            <a:solidFill>
              <a:srgbClr val="003D7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190" tIns="57095" rIns="114190" bIns="57095"/>
          <a:lstStyle/>
          <a:p>
            <a:pPr defTabSz="1042688" rtl="0"/>
            <a:endParaRPr lang="de-DE" sz="800" kern="0" dirty="0">
              <a:solidFill>
                <a:prstClr val="black"/>
              </a:solidFill>
            </a:endParaRPr>
          </a:p>
        </p:txBody>
      </p:sp>
      <p:sp>
        <p:nvSpPr>
          <p:cNvPr id="3" name="Textplatzhalter 5">
            <a:extLst>
              <a:ext uri="{FF2B5EF4-FFF2-40B4-BE49-F238E27FC236}">
                <a16:creationId xmlns:a16="http://schemas.microsoft.com/office/drawing/2014/main" id="{44A66139-8F81-D92C-3C1A-300E352B3EC0}"/>
              </a:ext>
            </a:extLst>
          </p:cNvPr>
          <p:cNvSpPr>
            <a:spLocks noGrp="1"/>
          </p:cNvSpPr>
          <p:nvPr>
            <p:ph type="body" sz="quarter" idx="14" hasCustomPrompt="1"/>
          </p:nvPr>
        </p:nvSpPr>
        <p:spPr>
          <a:xfrm>
            <a:off x="603250" y="7133281"/>
            <a:ext cx="7272000" cy="168344"/>
          </a:xfrm>
        </p:spPr>
        <p:txBody>
          <a:bodyPr/>
          <a:lstStyle>
            <a:lvl1pPr marL="0" indent="0" rtl="0">
              <a:buNone/>
              <a:defRPr sz="800" b="0">
                <a:solidFill>
                  <a:schemeClr val="tx1"/>
                </a:solidFill>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Quelle:</a:t>
            </a:r>
          </a:p>
        </p:txBody>
      </p:sp>
      <p:sp>
        <p:nvSpPr>
          <p:cNvPr id="4" name="Textplatzhalter 5">
            <a:extLst>
              <a:ext uri="{FF2B5EF4-FFF2-40B4-BE49-F238E27FC236}">
                <a16:creationId xmlns:a16="http://schemas.microsoft.com/office/drawing/2014/main" id="{85635063-A339-2B13-2FF1-7A9756AFF09A}"/>
              </a:ext>
            </a:extLst>
          </p:cNvPr>
          <p:cNvSpPr>
            <a:spLocks noGrp="1"/>
          </p:cNvSpPr>
          <p:nvPr>
            <p:ph type="body" sz="quarter" idx="15" hasCustomPrompt="1"/>
          </p:nvPr>
        </p:nvSpPr>
        <p:spPr>
          <a:xfrm>
            <a:off x="378700" y="6887665"/>
            <a:ext cx="7488000" cy="168344"/>
          </a:xfrm>
        </p:spPr>
        <p:txBody>
          <a:bodyPr bIns="36000" anchor="b" anchorCtr="0"/>
          <a:lstStyle>
            <a:lvl1pPr marL="0" indent="0" rtl="0">
              <a:buNone/>
              <a:defRPr sz="800" b="0">
                <a:solidFill>
                  <a:schemeClr val="tx1"/>
                </a:solidFill>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1) Anmerkung</a:t>
            </a:r>
          </a:p>
        </p:txBody>
      </p:sp>
    </p:spTree>
    <p:extLst>
      <p:ext uri="{BB962C8B-B14F-4D97-AF65-F5344CB8AC3E}">
        <p14:creationId xmlns:p14="http://schemas.microsoft.com/office/powerpoint/2010/main" val="427380720"/>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Inhalt_0_e">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5CDDF74B-9482-95C0-F7F6-40C7C2D1B19E}"/>
              </a:ext>
            </a:extLst>
          </p:cNvPr>
          <p:cNvGraphicFramePr>
            <a:graphicFrameLocks noChangeAspect="1"/>
          </p:cNvGraphicFramePr>
          <p:nvPr userDrawn="1">
            <p:custDataLst>
              <p:tags r:id="rId1"/>
            </p:custDataLst>
            <p:extLst>
              <p:ext uri="{D42A27DB-BD31-4B8C-83A1-F6EECF244321}">
                <p14:modId xmlns:p14="http://schemas.microsoft.com/office/powerpoint/2010/main" val="275835780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 name="Textplatzhalter 5"/>
          <p:cNvSpPr>
            <a:spLocks noGrp="1"/>
          </p:cNvSpPr>
          <p:nvPr>
            <p:ph type="body" sz="quarter" idx="16" hasCustomPrompt="1"/>
          </p:nvPr>
        </p:nvSpPr>
        <p:spPr>
          <a:xfrm>
            <a:off x="378700" y="1623075"/>
            <a:ext cx="4896000" cy="252000"/>
          </a:xfr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lvl1pPr marL="0" indent="0" rtl="0">
              <a:spcBef>
                <a:spcPts val="0"/>
              </a:spcBef>
              <a:buFont typeface="Arial" panose="020B0604020202020204" pitchFamily="34" charset="0"/>
              <a:buNone/>
              <a:defRPr lang="de-DE" sz="1000" b="1" dirty="0">
                <a:solidFill>
                  <a:schemeClr val="tx1"/>
                </a:solidFill>
              </a:defRPr>
            </a:lvl1pPr>
          </a:lstStyle>
          <a:p>
            <a:pPr marL="0" lvl="0"/>
            <a:r>
              <a:rPr lang="de-DE" dirty="0"/>
              <a:t>Überschrift</a:t>
            </a:r>
          </a:p>
        </p:txBody>
      </p:sp>
      <p:sp>
        <p:nvSpPr>
          <p:cNvPr id="12" name="Textplatzhalter 5"/>
          <p:cNvSpPr>
            <a:spLocks noGrp="1"/>
          </p:cNvSpPr>
          <p:nvPr>
            <p:ph type="body" sz="quarter" idx="19" hasCustomPrompt="1"/>
          </p:nvPr>
        </p:nvSpPr>
        <p:spPr>
          <a:xfrm>
            <a:off x="5418700" y="1623075"/>
            <a:ext cx="4896000" cy="252000"/>
          </a:xfr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lIns="90000" tIns="46800" rIns="90000" bIns="46800" rtlCol="0" anchor="ctr">
            <a:noAutofit/>
          </a:bodyPr>
          <a:lstStyle>
            <a:lvl1pPr marL="0" indent="0" rtl="0">
              <a:spcBef>
                <a:spcPts val="0"/>
              </a:spcBef>
              <a:buNone/>
              <a:defRPr lang="de-DE" sz="1000" b="1" dirty="0">
                <a:solidFill>
                  <a:schemeClr val="tx1"/>
                </a:solidFill>
              </a:defRPr>
            </a:lvl1pPr>
          </a:lstStyle>
          <a:p>
            <a:pPr marL="355600" lvl="0" indent="-355600"/>
            <a:r>
              <a:rPr lang="de-DE" dirty="0"/>
              <a:t>Überschrift</a:t>
            </a:r>
          </a:p>
        </p:txBody>
      </p:sp>
      <p:sp>
        <p:nvSpPr>
          <p:cNvPr id="13" name="Inhaltsplatzhalter 3"/>
          <p:cNvSpPr>
            <a:spLocks noGrp="1"/>
          </p:cNvSpPr>
          <p:nvPr>
            <p:ph sz="quarter" idx="10"/>
          </p:nvPr>
        </p:nvSpPr>
        <p:spPr>
          <a:xfrm>
            <a:off x="378700" y="1889373"/>
            <a:ext cx="4896000" cy="488389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5988" tIns="36000" rIns="0" bIns="35988" numCol="1" anchor="t" anchorCtr="0" compatLnSpc="1">
            <a:prstTxWarp prst="textNoShape">
              <a:avLst/>
            </a:prstTxWarp>
          </a:bodyPr>
          <a:lstStyle>
            <a:lvl1pPr marL="174625" indent="-174625" rtl="0">
              <a:spcBef>
                <a:spcPts val="0"/>
              </a:spcBef>
              <a:spcAft>
                <a:spcPts val="600"/>
              </a:spcAft>
              <a:buClr>
                <a:srgbClr val="003D7C"/>
              </a:buClr>
              <a:defRPr lang="de-DE" sz="1000" b="0" smtClean="0">
                <a:solidFill>
                  <a:schemeClr val="tx1"/>
                </a:solidFill>
              </a:defRPr>
            </a:lvl1pPr>
            <a:lvl2pPr rtl="0">
              <a:spcBef>
                <a:spcPts val="0"/>
              </a:spcBef>
              <a:spcAft>
                <a:spcPts val="600"/>
              </a:spcAft>
              <a:buClr>
                <a:srgbClr val="003D7C"/>
              </a:buClr>
              <a:defRPr lang="de-DE" sz="1000" smtClean="0"/>
            </a:lvl2pPr>
            <a:lvl3pPr rtl="0">
              <a:spcBef>
                <a:spcPts val="0"/>
              </a:spcBef>
              <a:spcAft>
                <a:spcPts val="600"/>
              </a:spcAft>
              <a:buClr>
                <a:srgbClr val="003D7C"/>
              </a:buClr>
              <a:defRPr lang="de-DE" sz="1000" smtClean="0"/>
            </a:lvl3pPr>
            <a:lvl4pPr rtl="0">
              <a:spcBef>
                <a:spcPts val="0"/>
              </a:spcBef>
              <a:spcAft>
                <a:spcPts val="600"/>
              </a:spcAft>
              <a:buClr>
                <a:srgbClr val="003D7C"/>
              </a:buClr>
              <a:defRPr lang="de-DE" sz="1000" smtClean="0"/>
            </a:lvl4pPr>
            <a:lvl5pPr rtl="0">
              <a:spcBef>
                <a:spcPts val="0"/>
              </a:spcBef>
              <a:spcAft>
                <a:spcPts val="600"/>
              </a:spcAft>
              <a:buClr>
                <a:srgbClr val="003D7C"/>
              </a:buClr>
              <a:defRPr lang="de-DE" sz="1000" dirty="0"/>
            </a:lvl5pPr>
          </a:lstStyle>
          <a:p>
            <a:pPr marL="176151" lvl="0" indent="-176151" defTabSz="914077" fontAlgn="base">
              <a:spcAft>
                <a:spcPts val="800"/>
              </a:spcAft>
              <a:buClr>
                <a:srgbClr val="003D7C"/>
              </a:buClr>
              <a:buSzPts val="1000"/>
            </a:pPr>
            <a:r>
              <a:rPr lang="de-DE" dirty="0"/>
              <a:t>Mastertextformat bearbeiten</a:t>
            </a:r>
          </a:p>
          <a:p>
            <a:pPr marL="176151" lvl="1" indent="-176151" defTabSz="914077" fontAlgn="base">
              <a:spcAft>
                <a:spcPts val="800"/>
              </a:spcAft>
              <a:buClr>
                <a:srgbClr val="003D7C"/>
              </a:buClr>
              <a:buSzPts val="1000"/>
            </a:pPr>
            <a:r>
              <a:rPr lang="de-DE" dirty="0"/>
              <a:t>Zweite Ebene</a:t>
            </a:r>
          </a:p>
          <a:p>
            <a:pPr marL="176151" lvl="2" indent="-176151" defTabSz="914077" fontAlgn="base">
              <a:spcAft>
                <a:spcPts val="800"/>
              </a:spcAft>
              <a:buClr>
                <a:srgbClr val="003D7C"/>
              </a:buClr>
              <a:buSzPts val="1000"/>
            </a:pPr>
            <a:r>
              <a:rPr lang="de-DE" dirty="0"/>
              <a:t>Dritte Ebene</a:t>
            </a:r>
          </a:p>
          <a:p>
            <a:pPr marL="176151" lvl="3" indent="-176151" defTabSz="914077" fontAlgn="base">
              <a:spcAft>
                <a:spcPts val="800"/>
              </a:spcAft>
              <a:buClr>
                <a:srgbClr val="003D7C"/>
              </a:buClr>
              <a:buSzPts val="1000"/>
            </a:pPr>
            <a:r>
              <a:rPr lang="de-DE" dirty="0"/>
              <a:t>Vierte Ebene</a:t>
            </a:r>
          </a:p>
          <a:p>
            <a:pPr marL="176151" lvl="4" indent="-176151" defTabSz="914077" fontAlgn="base">
              <a:spcAft>
                <a:spcPts val="800"/>
              </a:spcAft>
              <a:buClr>
                <a:srgbClr val="003D7C"/>
              </a:buClr>
              <a:buSzPts val="1000"/>
            </a:pPr>
            <a:r>
              <a:rPr lang="de-DE" dirty="0"/>
              <a:t>Fünfte Ebene</a:t>
            </a:r>
          </a:p>
        </p:txBody>
      </p:sp>
      <p:sp>
        <p:nvSpPr>
          <p:cNvPr id="14" name="Inhaltsplatzhalter 3"/>
          <p:cNvSpPr>
            <a:spLocks noGrp="1"/>
          </p:cNvSpPr>
          <p:nvPr>
            <p:ph sz="quarter" idx="20"/>
          </p:nvPr>
        </p:nvSpPr>
        <p:spPr>
          <a:xfrm>
            <a:off x="5418700" y="1889373"/>
            <a:ext cx="4896000" cy="488389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5988" tIns="36000" rIns="0" bIns="35988" numCol="1" anchor="t" anchorCtr="0" compatLnSpc="1">
            <a:prstTxWarp prst="textNoShape">
              <a:avLst/>
            </a:prstTxWarp>
          </a:bodyPr>
          <a:lstStyle>
            <a:lvl1pPr marL="174625" indent="-174625" rtl="0">
              <a:spcBef>
                <a:spcPts val="0"/>
              </a:spcBef>
              <a:spcAft>
                <a:spcPts val="600"/>
              </a:spcAft>
              <a:buClr>
                <a:srgbClr val="003D7C"/>
              </a:buClr>
              <a:defRPr lang="de-DE" sz="1000" b="0" smtClean="0">
                <a:solidFill>
                  <a:schemeClr val="tx1"/>
                </a:solidFill>
              </a:defRPr>
            </a:lvl1pPr>
            <a:lvl2pPr rtl="0">
              <a:spcBef>
                <a:spcPts val="0"/>
              </a:spcBef>
              <a:spcAft>
                <a:spcPts val="600"/>
              </a:spcAft>
              <a:buClr>
                <a:srgbClr val="003D7C"/>
              </a:buClr>
              <a:defRPr lang="de-DE" sz="1000" smtClean="0"/>
            </a:lvl2pPr>
            <a:lvl3pPr rtl="0">
              <a:spcBef>
                <a:spcPts val="0"/>
              </a:spcBef>
              <a:spcAft>
                <a:spcPts val="600"/>
              </a:spcAft>
              <a:buClr>
                <a:srgbClr val="003D7C"/>
              </a:buClr>
              <a:defRPr lang="de-DE" sz="1000" smtClean="0"/>
            </a:lvl3pPr>
            <a:lvl4pPr rtl="0">
              <a:spcBef>
                <a:spcPts val="0"/>
              </a:spcBef>
              <a:spcAft>
                <a:spcPts val="600"/>
              </a:spcAft>
              <a:buClr>
                <a:srgbClr val="003D7C"/>
              </a:buClr>
              <a:defRPr lang="de-DE" sz="1000" smtClean="0"/>
            </a:lvl4pPr>
            <a:lvl5pPr rtl="0">
              <a:spcBef>
                <a:spcPts val="0"/>
              </a:spcBef>
              <a:spcAft>
                <a:spcPts val="600"/>
              </a:spcAft>
              <a:buClr>
                <a:srgbClr val="003D7C"/>
              </a:buClr>
              <a:defRPr lang="de-DE" sz="1000" dirty="0"/>
            </a:lvl5pPr>
          </a:lstStyle>
          <a:p>
            <a:pPr marL="176151" lvl="0" indent="-176151" defTabSz="914077" fontAlgn="base">
              <a:spcAft>
                <a:spcPts val="800"/>
              </a:spcAft>
              <a:buClr>
                <a:srgbClr val="003D7C"/>
              </a:buClr>
              <a:buSzPts val="1000"/>
            </a:pPr>
            <a:r>
              <a:rPr lang="de-DE" dirty="0"/>
              <a:t>Mastertextformat bearbeiten</a:t>
            </a:r>
          </a:p>
          <a:p>
            <a:pPr marL="176151" lvl="1" indent="-176151" defTabSz="914077" fontAlgn="base">
              <a:spcAft>
                <a:spcPts val="800"/>
              </a:spcAft>
              <a:buClr>
                <a:srgbClr val="003D7C"/>
              </a:buClr>
              <a:buSzPts val="1000"/>
            </a:pPr>
            <a:r>
              <a:rPr lang="de-DE" dirty="0"/>
              <a:t>Zweite Ebene</a:t>
            </a:r>
          </a:p>
          <a:p>
            <a:pPr marL="176151" lvl="2" indent="-176151" defTabSz="914077" fontAlgn="base">
              <a:spcAft>
                <a:spcPts val="800"/>
              </a:spcAft>
              <a:buClr>
                <a:srgbClr val="003D7C"/>
              </a:buClr>
              <a:buSzPts val="1000"/>
            </a:pPr>
            <a:r>
              <a:rPr lang="de-DE" dirty="0"/>
              <a:t>Dritte Ebene</a:t>
            </a:r>
          </a:p>
          <a:p>
            <a:pPr marL="176151" lvl="3" indent="-176151" defTabSz="914077" fontAlgn="base">
              <a:spcAft>
                <a:spcPts val="800"/>
              </a:spcAft>
              <a:buClr>
                <a:srgbClr val="003D7C"/>
              </a:buClr>
              <a:buSzPts val="1000"/>
            </a:pPr>
            <a:r>
              <a:rPr lang="de-DE" dirty="0"/>
              <a:t>Vierte Ebene</a:t>
            </a:r>
          </a:p>
          <a:p>
            <a:pPr marL="176151" lvl="4" indent="-176151" defTabSz="914077" fontAlgn="base">
              <a:spcAft>
                <a:spcPts val="800"/>
              </a:spcAft>
              <a:buClr>
                <a:srgbClr val="003D7C"/>
              </a:buClr>
              <a:buSzPts val="1000"/>
            </a:pPr>
            <a:r>
              <a:rPr lang="de-DE" dirty="0"/>
              <a:t>Fünfte Ebene</a:t>
            </a:r>
          </a:p>
        </p:txBody>
      </p:sp>
      <p:sp>
        <p:nvSpPr>
          <p:cNvPr id="15" name="Line 58"/>
          <p:cNvSpPr>
            <a:spLocks noChangeShapeType="1"/>
          </p:cNvSpPr>
          <p:nvPr userDrawn="1"/>
        </p:nvSpPr>
        <p:spPr bwMode="auto">
          <a:xfrm>
            <a:off x="378700" y="1166665"/>
            <a:ext cx="9936000" cy="0"/>
          </a:xfrm>
          <a:prstGeom prst="line">
            <a:avLst/>
          </a:prstGeom>
          <a:noFill/>
          <a:ln w="19050" cap="flat">
            <a:solidFill>
              <a:srgbClr val="003D7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190" tIns="57095" rIns="114190" bIns="57095"/>
          <a:lstStyle/>
          <a:p>
            <a:pPr defTabSz="1042688" rtl="0"/>
            <a:endParaRPr lang="de-DE" sz="800" kern="0" dirty="0">
              <a:solidFill>
                <a:prstClr val="black"/>
              </a:solidFill>
            </a:endParaRPr>
          </a:p>
        </p:txBody>
      </p:sp>
      <p:sp>
        <p:nvSpPr>
          <p:cNvPr id="16" name="Titel 1"/>
          <p:cNvSpPr>
            <a:spLocks noGrp="1"/>
          </p:cNvSpPr>
          <p:nvPr>
            <p:ph type="title" hasCustomPrompt="1"/>
          </p:nvPr>
        </p:nvSpPr>
        <p:spPr>
          <a:xfrm>
            <a:off x="378700" y="450279"/>
            <a:ext cx="9936000" cy="720000"/>
          </a:xfrm>
        </p:spPr>
        <p:txBody>
          <a:bodyPr vert="horz"/>
          <a:lstStyle>
            <a:lvl1pPr rtl="0">
              <a:defRPr sz="2000" b="1">
                <a:solidFill>
                  <a:schemeClr val="tx1"/>
                </a:solidFill>
                <a:latin typeface="Univers for Metzler" panose="020B0503030202020203" pitchFamily="34" charset="0"/>
              </a:defRPr>
            </a:lvl1pPr>
          </a:lstStyle>
          <a:p>
            <a:r>
              <a:rPr lang="de-DE" dirty="0"/>
              <a:t>Mastertitelformat bearbeiten</a:t>
            </a:r>
          </a:p>
        </p:txBody>
      </p:sp>
      <p:sp>
        <p:nvSpPr>
          <p:cNvPr id="17" name="Textplatzhalter 5"/>
          <p:cNvSpPr>
            <a:spLocks noGrp="1"/>
          </p:cNvSpPr>
          <p:nvPr>
            <p:ph type="body" sz="quarter" idx="12" hasCustomPrompt="1"/>
          </p:nvPr>
        </p:nvSpPr>
        <p:spPr>
          <a:xfrm>
            <a:off x="378700" y="1243937"/>
            <a:ext cx="9936000" cy="271120"/>
          </a:xfrm>
        </p:spPr>
        <p:txBody>
          <a:bodyPr/>
          <a:lstStyle>
            <a:lvl1pPr marL="0" indent="0" rtl="0">
              <a:buNone/>
              <a:defRPr sz="1400" b="1">
                <a:solidFill>
                  <a:schemeClr val="tx2"/>
                </a:solidFill>
                <a:latin typeface="Univers for Metzler" panose="020B0503030202020203" pitchFamily="34" charset="0"/>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Untertitel</a:t>
            </a:r>
          </a:p>
        </p:txBody>
      </p:sp>
      <p:sp>
        <p:nvSpPr>
          <p:cNvPr id="18" name="Textplatzhalter 5"/>
          <p:cNvSpPr>
            <a:spLocks noGrp="1"/>
          </p:cNvSpPr>
          <p:nvPr>
            <p:ph type="body" sz="quarter" idx="13" hasCustomPrompt="1"/>
          </p:nvPr>
        </p:nvSpPr>
        <p:spPr>
          <a:xfrm>
            <a:off x="378700" y="233868"/>
            <a:ext cx="9936000" cy="216000"/>
          </a:xfrm>
        </p:spPr>
        <p:txBody>
          <a:bodyPr anchor="t" anchorCtr="0"/>
          <a:lstStyle>
            <a:lvl1pPr marL="0" indent="0" rtl="0">
              <a:buNone/>
              <a:defRPr sz="1000" b="0">
                <a:solidFill>
                  <a:schemeClr val="tx2"/>
                </a:solidFill>
                <a:latin typeface="Univers for Metzler" panose="020B0503030202020203" pitchFamily="34" charset="0"/>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Agenda</a:t>
            </a:r>
          </a:p>
        </p:txBody>
      </p:sp>
      <p:sp>
        <p:nvSpPr>
          <p:cNvPr id="2" name="Textplatzhalter 5">
            <a:extLst>
              <a:ext uri="{FF2B5EF4-FFF2-40B4-BE49-F238E27FC236}">
                <a16:creationId xmlns:a16="http://schemas.microsoft.com/office/drawing/2014/main" id="{D1A87428-02CF-C3DD-8513-B59285E14FFC}"/>
              </a:ext>
            </a:extLst>
          </p:cNvPr>
          <p:cNvSpPr>
            <a:spLocks noGrp="1"/>
          </p:cNvSpPr>
          <p:nvPr>
            <p:ph type="body" sz="quarter" idx="14" hasCustomPrompt="1"/>
          </p:nvPr>
        </p:nvSpPr>
        <p:spPr>
          <a:xfrm>
            <a:off x="603250" y="7133281"/>
            <a:ext cx="7272000" cy="168344"/>
          </a:xfrm>
        </p:spPr>
        <p:txBody>
          <a:bodyPr/>
          <a:lstStyle>
            <a:lvl1pPr marL="0" indent="0" rtl="0">
              <a:buNone/>
              <a:defRPr sz="800" b="0">
                <a:solidFill>
                  <a:schemeClr val="tx1"/>
                </a:solidFill>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Quelle:</a:t>
            </a:r>
          </a:p>
        </p:txBody>
      </p:sp>
      <p:sp>
        <p:nvSpPr>
          <p:cNvPr id="3" name="Textplatzhalter 5">
            <a:extLst>
              <a:ext uri="{FF2B5EF4-FFF2-40B4-BE49-F238E27FC236}">
                <a16:creationId xmlns:a16="http://schemas.microsoft.com/office/drawing/2014/main" id="{D5CFCA69-BF0C-E9AE-3FA8-F18AF34E78BE}"/>
              </a:ext>
            </a:extLst>
          </p:cNvPr>
          <p:cNvSpPr>
            <a:spLocks noGrp="1"/>
          </p:cNvSpPr>
          <p:nvPr>
            <p:ph type="body" sz="quarter" idx="15" hasCustomPrompt="1"/>
          </p:nvPr>
        </p:nvSpPr>
        <p:spPr>
          <a:xfrm>
            <a:off x="378700" y="6887665"/>
            <a:ext cx="7488000" cy="168344"/>
          </a:xfrm>
        </p:spPr>
        <p:txBody>
          <a:bodyPr bIns="36000" anchor="b" anchorCtr="0"/>
          <a:lstStyle>
            <a:lvl1pPr marL="0" indent="0" rtl="0">
              <a:buNone/>
              <a:defRPr sz="800" b="0">
                <a:solidFill>
                  <a:schemeClr val="tx1"/>
                </a:solidFill>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1) Anmerkung</a:t>
            </a:r>
          </a:p>
        </p:txBody>
      </p:sp>
    </p:spTree>
    <p:extLst>
      <p:ext uri="{BB962C8B-B14F-4D97-AF65-F5344CB8AC3E}">
        <p14:creationId xmlns:p14="http://schemas.microsoft.com/office/powerpoint/2010/main" val="3006431132"/>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3_Inhalt_0_e">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83B6FFCA-59F2-A08F-7C06-3D69E97A224D}"/>
              </a:ext>
            </a:extLst>
          </p:cNvPr>
          <p:cNvGraphicFramePr>
            <a:graphicFrameLocks noChangeAspect="1"/>
          </p:cNvGraphicFramePr>
          <p:nvPr userDrawn="1">
            <p:custDataLst>
              <p:tags r:id="rId1"/>
            </p:custDataLst>
            <p:extLst>
              <p:ext uri="{D42A27DB-BD31-4B8C-83A1-F6EECF244321}">
                <p14:modId xmlns:p14="http://schemas.microsoft.com/office/powerpoint/2010/main" val="344198334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 name="Textplatzhalter 5"/>
          <p:cNvSpPr>
            <a:spLocks noGrp="1"/>
          </p:cNvSpPr>
          <p:nvPr>
            <p:ph type="body" sz="quarter" idx="16" hasCustomPrompt="1"/>
          </p:nvPr>
        </p:nvSpPr>
        <p:spPr>
          <a:xfrm>
            <a:off x="378700" y="1623075"/>
            <a:ext cx="4896000" cy="252000"/>
          </a:xfr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lvl1pPr marL="0" indent="0" rtl="0">
              <a:spcBef>
                <a:spcPts val="0"/>
              </a:spcBef>
              <a:buNone/>
              <a:defRPr lang="de-DE" sz="1000" b="1" dirty="0">
                <a:solidFill>
                  <a:schemeClr val="tx1"/>
                </a:solidFill>
              </a:defRPr>
            </a:lvl1pPr>
          </a:lstStyle>
          <a:p>
            <a:pPr marL="0" lvl="0"/>
            <a:r>
              <a:rPr lang="de-DE" dirty="0"/>
              <a:t>Überschrift</a:t>
            </a:r>
          </a:p>
        </p:txBody>
      </p:sp>
      <p:sp>
        <p:nvSpPr>
          <p:cNvPr id="12" name="Textplatzhalter 5"/>
          <p:cNvSpPr>
            <a:spLocks noGrp="1"/>
          </p:cNvSpPr>
          <p:nvPr>
            <p:ph type="body" sz="quarter" idx="19" hasCustomPrompt="1"/>
          </p:nvPr>
        </p:nvSpPr>
        <p:spPr>
          <a:xfrm>
            <a:off x="5418700" y="1623075"/>
            <a:ext cx="4896000" cy="252000"/>
          </a:xfr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lIns="90000" tIns="46800" rIns="90000" bIns="46800" rtlCol="0" anchor="ctr">
            <a:noAutofit/>
          </a:bodyPr>
          <a:lstStyle>
            <a:lvl1pPr marL="0" indent="0" rtl="0">
              <a:spcBef>
                <a:spcPts val="0"/>
              </a:spcBef>
              <a:buNone/>
              <a:defRPr lang="de-DE" sz="1000" b="1" dirty="0">
                <a:solidFill>
                  <a:schemeClr val="tx1"/>
                </a:solidFill>
              </a:defRPr>
            </a:lvl1pPr>
          </a:lstStyle>
          <a:p>
            <a:pPr marL="355600" lvl="0" indent="-355600"/>
            <a:r>
              <a:rPr lang="de-DE" dirty="0"/>
              <a:t>Überschrift</a:t>
            </a:r>
          </a:p>
        </p:txBody>
      </p:sp>
      <p:sp>
        <p:nvSpPr>
          <p:cNvPr id="13" name="Inhaltsplatzhalter 3"/>
          <p:cNvSpPr>
            <a:spLocks noGrp="1"/>
          </p:cNvSpPr>
          <p:nvPr>
            <p:ph sz="quarter" idx="10"/>
          </p:nvPr>
        </p:nvSpPr>
        <p:spPr>
          <a:xfrm>
            <a:off x="378700" y="1889373"/>
            <a:ext cx="4896000" cy="2268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5988" tIns="36000" rIns="0" bIns="35988" numCol="1" anchor="t" anchorCtr="0" compatLnSpc="1">
            <a:prstTxWarp prst="textNoShape">
              <a:avLst/>
            </a:prstTxWarp>
          </a:bodyPr>
          <a:lstStyle>
            <a:lvl1pPr marL="174625" indent="-174625" rtl="0">
              <a:spcBef>
                <a:spcPts val="0"/>
              </a:spcBef>
              <a:spcAft>
                <a:spcPts val="600"/>
              </a:spcAft>
              <a:buClr>
                <a:srgbClr val="003D7C"/>
              </a:buClr>
              <a:defRPr lang="de-DE" sz="1000" b="0" smtClean="0">
                <a:solidFill>
                  <a:schemeClr val="tx1"/>
                </a:solidFill>
              </a:defRPr>
            </a:lvl1pPr>
            <a:lvl2pPr rtl="0">
              <a:spcBef>
                <a:spcPts val="0"/>
              </a:spcBef>
              <a:spcAft>
                <a:spcPts val="600"/>
              </a:spcAft>
              <a:buClr>
                <a:srgbClr val="003D7C"/>
              </a:buClr>
              <a:defRPr lang="de-DE" sz="1000" smtClean="0"/>
            </a:lvl2pPr>
            <a:lvl3pPr rtl="0">
              <a:spcBef>
                <a:spcPts val="0"/>
              </a:spcBef>
              <a:spcAft>
                <a:spcPts val="600"/>
              </a:spcAft>
              <a:buClr>
                <a:srgbClr val="003D7C"/>
              </a:buClr>
              <a:defRPr lang="de-DE" sz="1000" smtClean="0"/>
            </a:lvl3pPr>
            <a:lvl4pPr rtl="0">
              <a:spcBef>
                <a:spcPts val="0"/>
              </a:spcBef>
              <a:spcAft>
                <a:spcPts val="600"/>
              </a:spcAft>
              <a:buClr>
                <a:srgbClr val="003D7C"/>
              </a:buClr>
              <a:defRPr lang="de-DE" sz="1000" smtClean="0"/>
            </a:lvl4pPr>
            <a:lvl5pPr rtl="0">
              <a:spcBef>
                <a:spcPts val="0"/>
              </a:spcBef>
              <a:spcAft>
                <a:spcPts val="600"/>
              </a:spcAft>
              <a:buClr>
                <a:srgbClr val="003D7C"/>
              </a:buClr>
              <a:defRPr lang="de-DE" sz="1000" dirty="0"/>
            </a:lvl5pPr>
          </a:lstStyle>
          <a:p>
            <a:pPr marL="176151" lvl="0" indent="-176151" defTabSz="914077" fontAlgn="base">
              <a:spcAft>
                <a:spcPts val="800"/>
              </a:spcAft>
              <a:buClr>
                <a:srgbClr val="003D7C"/>
              </a:buClr>
              <a:buSzPts val="1000"/>
            </a:pPr>
            <a:r>
              <a:rPr lang="de-DE" dirty="0"/>
              <a:t>Mastertextformat bearbeiten</a:t>
            </a:r>
          </a:p>
          <a:p>
            <a:pPr marL="176151" lvl="1" indent="-176151" defTabSz="914077" fontAlgn="base">
              <a:spcAft>
                <a:spcPts val="800"/>
              </a:spcAft>
              <a:buClr>
                <a:srgbClr val="003D7C"/>
              </a:buClr>
              <a:buSzPts val="1000"/>
            </a:pPr>
            <a:r>
              <a:rPr lang="de-DE" dirty="0"/>
              <a:t>Zweite Ebene</a:t>
            </a:r>
          </a:p>
          <a:p>
            <a:pPr marL="176151" lvl="2" indent="-176151" defTabSz="914077" fontAlgn="base">
              <a:spcAft>
                <a:spcPts val="800"/>
              </a:spcAft>
              <a:buClr>
                <a:srgbClr val="003D7C"/>
              </a:buClr>
              <a:buSzPts val="1000"/>
            </a:pPr>
            <a:r>
              <a:rPr lang="de-DE" dirty="0"/>
              <a:t>Dritte Ebene</a:t>
            </a:r>
          </a:p>
          <a:p>
            <a:pPr marL="176151" lvl="3" indent="-176151" defTabSz="914077" fontAlgn="base">
              <a:spcAft>
                <a:spcPts val="800"/>
              </a:spcAft>
              <a:buClr>
                <a:srgbClr val="003D7C"/>
              </a:buClr>
              <a:buSzPts val="1000"/>
            </a:pPr>
            <a:r>
              <a:rPr lang="de-DE" dirty="0"/>
              <a:t>Vierte Ebene</a:t>
            </a:r>
          </a:p>
          <a:p>
            <a:pPr marL="176151" lvl="4" indent="-176151" defTabSz="914077" fontAlgn="base">
              <a:spcAft>
                <a:spcPts val="800"/>
              </a:spcAft>
              <a:buClr>
                <a:srgbClr val="003D7C"/>
              </a:buClr>
              <a:buSzPts val="1000"/>
            </a:pPr>
            <a:r>
              <a:rPr lang="de-DE" dirty="0"/>
              <a:t>Fünfte Ebene</a:t>
            </a:r>
          </a:p>
        </p:txBody>
      </p:sp>
      <p:sp>
        <p:nvSpPr>
          <p:cNvPr id="14" name="Inhaltsplatzhalter 3"/>
          <p:cNvSpPr>
            <a:spLocks noGrp="1"/>
          </p:cNvSpPr>
          <p:nvPr>
            <p:ph sz="quarter" idx="20"/>
          </p:nvPr>
        </p:nvSpPr>
        <p:spPr>
          <a:xfrm>
            <a:off x="5418700" y="1889373"/>
            <a:ext cx="4896000" cy="2268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5988" tIns="36000" rIns="0" bIns="35988" numCol="1" anchor="t" anchorCtr="0" compatLnSpc="1">
            <a:prstTxWarp prst="textNoShape">
              <a:avLst/>
            </a:prstTxWarp>
          </a:bodyPr>
          <a:lstStyle>
            <a:lvl1pPr marL="174625" indent="-174625" rtl="0">
              <a:spcBef>
                <a:spcPts val="0"/>
              </a:spcBef>
              <a:spcAft>
                <a:spcPts val="600"/>
              </a:spcAft>
              <a:buClr>
                <a:srgbClr val="003D7C"/>
              </a:buClr>
              <a:defRPr lang="de-DE" sz="1000" b="0" smtClean="0">
                <a:solidFill>
                  <a:schemeClr val="tx1"/>
                </a:solidFill>
              </a:defRPr>
            </a:lvl1pPr>
            <a:lvl2pPr rtl="0">
              <a:spcBef>
                <a:spcPts val="0"/>
              </a:spcBef>
              <a:spcAft>
                <a:spcPts val="600"/>
              </a:spcAft>
              <a:buClr>
                <a:srgbClr val="003D7C"/>
              </a:buClr>
              <a:defRPr lang="de-DE" sz="1000" smtClean="0"/>
            </a:lvl2pPr>
            <a:lvl3pPr rtl="0">
              <a:spcBef>
                <a:spcPts val="0"/>
              </a:spcBef>
              <a:spcAft>
                <a:spcPts val="600"/>
              </a:spcAft>
              <a:buClr>
                <a:srgbClr val="003D7C"/>
              </a:buClr>
              <a:defRPr lang="de-DE" sz="1000" smtClean="0"/>
            </a:lvl3pPr>
            <a:lvl4pPr rtl="0">
              <a:spcBef>
                <a:spcPts val="0"/>
              </a:spcBef>
              <a:spcAft>
                <a:spcPts val="600"/>
              </a:spcAft>
              <a:buClr>
                <a:srgbClr val="003D7C"/>
              </a:buClr>
              <a:defRPr lang="de-DE" sz="1000" smtClean="0"/>
            </a:lvl4pPr>
            <a:lvl5pPr rtl="0">
              <a:spcBef>
                <a:spcPts val="0"/>
              </a:spcBef>
              <a:spcAft>
                <a:spcPts val="600"/>
              </a:spcAft>
              <a:buClr>
                <a:srgbClr val="003D7C"/>
              </a:buClr>
              <a:defRPr lang="de-DE" sz="1000" dirty="0"/>
            </a:lvl5pPr>
          </a:lstStyle>
          <a:p>
            <a:pPr marL="176151" lvl="0" indent="-176151" defTabSz="914077" fontAlgn="base">
              <a:spcAft>
                <a:spcPts val="800"/>
              </a:spcAft>
              <a:buClr>
                <a:srgbClr val="003D7C"/>
              </a:buClr>
              <a:buSzPts val="1000"/>
            </a:pPr>
            <a:r>
              <a:rPr lang="de-DE" dirty="0"/>
              <a:t>Mastertextformat bearbeiten</a:t>
            </a:r>
          </a:p>
          <a:p>
            <a:pPr marL="176151" lvl="1" indent="-176151" defTabSz="914077" fontAlgn="base">
              <a:spcAft>
                <a:spcPts val="800"/>
              </a:spcAft>
              <a:buClr>
                <a:srgbClr val="003D7C"/>
              </a:buClr>
              <a:buSzPts val="1000"/>
            </a:pPr>
            <a:r>
              <a:rPr lang="de-DE" dirty="0"/>
              <a:t>Zweite Ebene</a:t>
            </a:r>
          </a:p>
          <a:p>
            <a:pPr marL="176151" lvl="2" indent="-176151" defTabSz="914077" fontAlgn="base">
              <a:spcAft>
                <a:spcPts val="800"/>
              </a:spcAft>
              <a:buClr>
                <a:srgbClr val="003D7C"/>
              </a:buClr>
              <a:buSzPts val="1000"/>
            </a:pPr>
            <a:r>
              <a:rPr lang="de-DE" dirty="0"/>
              <a:t>Dritte Ebene</a:t>
            </a:r>
          </a:p>
          <a:p>
            <a:pPr marL="176151" lvl="3" indent="-176151" defTabSz="914077" fontAlgn="base">
              <a:spcAft>
                <a:spcPts val="800"/>
              </a:spcAft>
              <a:buClr>
                <a:srgbClr val="003D7C"/>
              </a:buClr>
              <a:buSzPts val="1000"/>
            </a:pPr>
            <a:r>
              <a:rPr lang="de-DE" dirty="0"/>
              <a:t>Vierte Ebene</a:t>
            </a:r>
          </a:p>
          <a:p>
            <a:pPr marL="176151" lvl="4" indent="-176151" defTabSz="914077" fontAlgn="base">
              <a:spcAft>
                <a:spcPts val="800"/>
              </a:spcAft>
              <a:buClr>
                <a:srgbClr val="003D7C"/>
              </a:buClr>
              <a:buSzPts val="1000"/>
            </a:pPr>
            <a:r>
              <a:rPr lang="de-DE" dirty="0"/>
              <a:t>Fünfte Ebene</a:t>
            </a:r>
          </a:p>
        </p:txBody>
      </p:sp>
      <p:sp>
        <p:nvSpPr>
          <p:cNvPr id="15" name="Textplatzhalter 5"/>
          <p:cNvSpPr>
            <a:spLocks noGrp="1"/>
          </p:cNvSpPr>
          <p:nvPr>
            <p:ph type="body" sz="quarter" idx="21" hasCustomPrompt="1"/>
          </p:nvPr>
        </p:nvSpPr>
        <p:spPr>
          <a:xfrm>
            <a:off x="378700" y="4251213"/>
            <a:ext cx="4896000" cy="252000"/>
          </a:xfr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lIns="90000" tIns="46800" rIns="90000" bIns="46800" rtlCol="0" anchor="ctr">
            <a:noAutofit/>
          </a:bodyPr>
          <a:lstStyle>
            <a:lvl1pPr marL="0" indent="0" rtl="0">
              <a:spcBef>
                <a:spcPts val="0"/>
              </a:spcBef>
              <a:buNone/>
              <a:defRPr lang="de-DE" sz="1000" b="1" dirty="0">
                <a:solidFill>
                  <a:schemeClr val="tx1"/>
                </a:solidFill>
              </a:defRPr>
            </a:lvl1pPr>
          </a:lstStyle>
          <a:p>
            <a:pPr marL="355600" lvl="0" indent="-355600"/>
            <a:r>
              <a:rPr lang="de-DE" dirty="0"/>
              <a:t>Überschrift</a:t>
            </a:r>
          </a:p>
        </p:txBody>
      </p:sp>
      <p:sp>
        <p:nvSpPr>
          <p:cNvPr id="16" name="Textplatzhalter 5"/>
          <p:cNvSpPr>
            <a:spLocks noGrp="1"/>
          </p:cNvSpPr>
          <p:nvPr>
            <p:ph type="body" sz="quarter" idx="22" hasCustomPrompt="1"/>
          </p:nvPr>
        </p:nvSpPr>
        <p:spPr>
          <a:xfrm>
            <a:off x="5418700" y="4251213"/>
            <a:ext cx="4896000" cy="252000"/>
          </a:xfr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lIns="90000" tIns="46800" rIns="90000" bIns="46800" rtlCol="0" anchor="ctr">
            <a:noAutofit/>
          </a:bodyPr>
          <a:lstStyle>
            <a:lvl1pPr marL="0" indent="0" rtl="0">
              <a:spcBef>
                <a:spcPts val="0"/>
              </a:spcBef>
              <a:buNone/>
              <a:defRPr lang="de-DE" sz="1000" b="1" dirty="0">
                <a:solidFill>
                  <a:schemeClr val="tx1"/>
                </a:solidFill>
              </a:defRPr>
            </a:lvl1pPr>
          </a:lstStyle>
          <a:p>
            <a:pPr marL="355600" lvl="0" indent="-355600"/>
            <a:r>
              <a:rPr lang="de-DE" dirty="0"/>
              <a:t>Überschrift</a:t>
            </a:r>
          </a:p>
        </p:txBody>
      </p:sp>
      <p:sp>
        <p:nvSpPr>
          <p:cNvPr id="17" name="Inhaltsplatzhalter 3"/>
          <p:cNvSpPr>
            <a:spLocks noGrp="1"/>
          </p:cNvSpPr>
          <p:nvPr>
            <p:ph sz="quarter" idx="23"/>
          </p:nvPr>
        </p:nvSpPr>
        <p:spPr>
          <a:xfrm>
            <a:off x="378700" y="4517511"/>
            <a:ext cx="4896000" cy="2268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5988" tIns="36000" rIns="0" bIns="35988" numCol="1" anchor="t" anchorCtr="0" compatLnSpc="1">
            <a:prstTxWarp prst="textNoShape">
              <a:avLst/>
            </a:prstTxWarp>
          </a:bodyPr>
          <a:lstStyle>
            <a:lvl1pPr marL="174625" indent="-174625" rtl="0">
              <a:spcBef>
                <a:spcPts val="0"/>
              </a:spcBef>
              <a:spcAft>
                <a:spcPts val="600"/>
              </a:spcAft>
              <a:buClr>
                <a:srgbClr val="003D7C"/>
              </a:buClr>
              <a:defRPr lang="de-DE" sz="1000" b="0" smtClean="0">
                <a:solidFill>
                  <a:schemeClr val="tx1"/>
                </a:solidFill>
              </a:defRPr>
            </a:lvl1pPr>
            <a:lvl2pPr rtl="0">
              <a:spcBef>
                <a:spcPts val="0"/>
              </a:spcBef>
              <a:spcAft>
                <a:spcPts val="600"/>
              </a:spcAft>
              <a:buClr>
                <a:srgbClr val="003D7C"/>
              </a:buClr>
              <a:defRPr lang="de-DE" sz="1000" smtClean="0"/>
            </a:lvl2pPr>
            <a:lvl3pPr rtl="0">
              <a:spcBef>
                <a:spcPts val="0"/>
              </a:spcBef>
              <a:spcAft>
                <a:spcPts val="600"/>
              </a:spcAft>
              <a:buClr>
                <a:srgbClr val="003D7C"/>
              </a:buClr>
              <a:defRPr lang="de-DE" sz="1000" smtClean="0"/>
            </a:lvl3pPr>
            <a:lvl4pPr rtl="0">
              <a:spcBef>
                <a:spcPts val="0"/>
              </a:spcBef>
              <a:spcAft>
                <a:spcPts val="600"/>
              </a:spcAft>
              <a:buClr>
                <a:srgbClr val="003D7C"/>
              </a:buClr>
              <a:defRPr lang="de-DE" sz="1000" smtClean="0"/>
            </a:lvl4pPr>
            <a:lvl5pPr rtl="0">
              <a:spcBef>
                <a:spcPts val="0"/>
              </a:spcBef>
              <a:spcAft>
                <a:spcPts val="600"/>
              </a:spcAft>
              <a:buClr>
                <a:srgbClr val="003D7C"/>
              </a:buClr>
              <a:defRPr lang="de-DE" sz="1000" dirty="0"/>
            </a:lvl5pPr>
          </a:lstStyle>
          <a:p>
            <a:pPr marL="176151" lvl="0" indent="-176151" defTabSz="914077" fontAlgn="base">
              <a:spcAft>
                <a:spcPts val="800"/>
              </a:spcAft>
              <a:buClr>
                <a:srgbClr val="003D7C"/>
              </a:buClr>
              <a:buSzPts val="1000"/>
            </a:pPr>
            <a:r>
              <a:rPr lang="de-DE" dirty="0"/>
              <a:t>Mastertextformat bearbeiten</a:t>
            </a:r>
          </a:p>
          <a:p>
            <a:pPr marL="176151" lvl="1" indent="-176151" defTabSz="914077" fontAlgn="base">
              <a:spcAft>
                <a:spcPts val="800"/>
              </a:spcAft>
              <a:buClr>
                <a:srgbClr val="003D7C"/>
              </a:buClr>
              <a:buSzPts val="1000"/>
            </a:pPr>
            <a:r>
              <a:rPr lang="de-DE" dirty="0"/>
              <a:t>Zweite Ebene</a:t>
            </a:r>
          </a:p>
          <a:p>
            <a:pPr marL="176151" lvl="2" indent="-176151" defTabSz="914077" fontAlgn="base">
              <a:spcAft>
                <a:spcPts val="800"/>
              </a:spcAft>
              <a:buClr>
                <a:srgbClr val="003D7C"/>
              </a:buClr>
              <a:buSzPts val="1000"/>
            </a:pPr>
            <a:r>
              <a:rPr lang="de-DE" dirty="0"/>
              <a:t>Dritte Ebene</a:t>
            </a:r>
          </a:p>
          <a:p>
            <a:pPr marL="176151" lvl="3" indent="-176151" defTabSz="914077" fontAlgn="base">
              <a:spcAft>
                <a:spcPts val="800"/>
              </a:spcAft>
              <a:buClr>
                <a:srgbClr val="003D7C"/>
              </a:buClr>
              <a:buSzPts val="1000"/>
            </a:pPr>
            <a:r>
              <a:rPr lang="de-DE" dirty="0"/>
              <a:t>Vierte Ebene</a:t>
            </a:r>
          </a:p>
          <a:p>
            <a:pPr marL="176151" lvl="4" indent="-176151" defTabSz="914077" fontAlgn="base">
              <a:spcAft>
                <a:spcPts val="800"/>
              </a:spcAft>
              <a:buClr>
                <a:srgbClr val="003D7C"/>
              </a:buClr>
              <a:buSzPts val="1000"/>
            </a:pPr>
            <a:r>
              <a:rPr lang="de-DE" dirty="0"/>
              <a:t>Fünfte Ebene</a:t>
            </a:r>
          </a:p>
        </p:txBody>
      </p:sp>
      <p:sp>
        <p:nvSpPr>
          <p:cNvPr id="18" name="Inhaltsplatzhalter 3"/>
          <p:cNvSpPr>
            <a:spLocks noGrp="1"/>
          </p:cNvSpPr>
          <p:nvPr>
            <p:ph sz="quarter" idx="24"/>
          </p:nvPr>
        </p:nvSpPr>
        <p:spPr>
          <a:xfrm>
            <a:off x="5418700" y="4517511"/>
            <a:ext cx="4896000" cy="2268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5988" tIns="36000" rIns="0" bIns="35988" numCol="1" anchor="t" anchorCtr="0" compatLnSpc="1">
            <a:prstTxWarp prst="textNoShape">
              <a:avLst/>
            </a:prstTxWarp>
          </a:bodyPr>
          <a:lstStyle>
            <a:lvl1pPr marL="174625" indent="-174625" rtl="0">
              <a:spcBef>
                <a:spcPts val="0"/>
              </a:spcBef>
              <a:spcAft>
                <a:spcPts val="600"/>
              </a:spcAft>
              <a:buClr>
                <a:srgbClr val="003D7C"/>
              </a:buClr>
              <a:defRPr lang="de-DE" sz="1000" b="0" smtClean="0">
                <a:solidFill>
                  <a:schemeClr val="tx1"/>
                </a:solidFill>
              </a:defRPr>
            </a:lvl1pPr>
            <a:lvl2pPr rtl="0">
              <a:spcBef>
                <a:spcPts val="0"/>
              </a:spcBef>
              <a:spcAft>
                <a:spcPts val="600"/>
              </a:spcAft>
              <a:buClr>
                <a:srgbClr val="003D7C"/>
              </a:buClr>
              <a:defRPr lang="de-DE" sz="1000" smtClean="0"/>
            </a:lvl2pPr>
            <a:lvl3pPr rtl="0">
              <a:spcBef>
                <a:spcPts val="0"/>
              </a:spcBef>
              <a:spcAft>
                <a:spcPts val="600"/>
              </a:spcAft>
              <a:buClr>
                <a:srgbClr val="003D7C"/>
              </a:buClr>
              <a:defRPr lang="de-DE" sz="1000" smtClean="0"/>
            </a:lvl3pPr>
            <a:lvl4pPr rtl="0">
              <a:spcBef>
                <a:spcPts val="0"/>
              </a:spcBef>
              <a:spcAft>
                <a:spcPts val="600"/>
              </a:spcAft>
              <a:buClr>
                <a:srgbClr val="003D7C"/>
              </a:buClr>
              <a:defRPr lang="de-DE" sz="1000" smtClean="0"/>
            </a:lvl4pPr>
            <a:lvl5pPr rtl="0">
              <a:spcBef>
                <a:spcPts val="0"/>
              </a:spcBef>
              <a:spcAft>
                <a:spcPts val="600"/>
              </a:spcAft>
              <a:buClr>
                <a:srgbClr val="003D7C"/>
              </a:buClr>
              <a:defRPr lang="de-DE" sz="1000" dirty="0"/>
            </a:lvl5pPr>
          </a:lstStyle>
          <a:p>
            <a:pPr marL="176151" lvl="0" indent="-176151" defTabSz="914077" fontAlgn="base">
              <a:spcAft>
                <a:spcPts val="800"/>
              </a:spcAft>
              <a:buClr>
                <a:srgbClr val="003D7C"/>
              </a:buClr>
              <a:buSzPts val="1000"/>
            </a:pPr>
            <a:r>
              <a:rPr lang="de-DE" dirty="0"/>
              <a:t>Mastertextformat bearbeiten</a:t>
            </a:r>
          </a:p>
          <a:p>
            <a:pPr marL="176151" lvl="1" indent="-176151" defTabSz="914077" fontAlgn="base">
              <a:spcAft>
                <a:spcPts val="800"/>
              </a:spcAft>
              <a:buClr>
                <a:srgbClr val="003D7C"/>
              </a:buClr>
              <a:buSzPts val="1000"/>
            </a:pPr>
            <a:r>
              <a:rPr lang="de-DE" dirty="0"/>
              <a:t>Zweite Ebene</a:t>
            </a:r>
          </a:p>
          <a:p>
            <a:pPr marL="176151" lvl="2" indent="-176151" defTabSz="914077" fontAlgn="base">
              <a:spcAft>
                <a:spcPts val="800"/>
              </a:spcAft>
              <a:buClr>
                <a:srgbClr val="003D7C"/>
              </a:buClr>
              <a:buSzPts val="1000"/>
            </a:pPr>
            <a:r>
              <a:rPr lang="de-DE" dirty="0"/>
              <a:t>Dritte Ebene</a:t>
            </a:r>
          </a:p>
          <a:p>
            <a:pPr marL="176151" lvl="3" indent="-176151" defTabSz="914077" fontAlgn="base">
              <a:spcAft>
                <a:spcPts val="800"/>
              </a:spcAft>
              <a:buClr>
                <a:srgbClr val="003D7C"/>
              </a:buClr>
              <a:buSzPts val="1000"/>
            </a:pPr>
            <a:r>
              <a:rPr lang="de-DE" dirty="0"/>
              <a:t>Vierte Ebene</a:t>
            </a:r>
          </a:p>
          <a:p>
            <a:pPr marL="176151" lvl="4" indent="-176151" defTabSz="914077" fontAlgn="base">
              <a:spcAft>
                <a:spcPts val="800"/>
              </a:spcAft>
              <a:buClr>
                <a:srgbClr val="003D7C"/>
              </a:buClr>
              <a:buSzPts val="1000"/>
            </a:pPr>
            <a:r>
              <a:rPr lang="de-DE" dirty="0"/>
              <a:t>Fünfte Ebene</a:t>
            </a:r>
          </a:p>
        </p:txBody>
      </p:sp>
      <p:sp>
        <p:nvSpPr>
          <p:cNvPr id="19" name="Line 58"/>
          <p:cNvSpPr>
            <a:spLocks noChangeShapeType="1"/>
          </p:cNvSpPr>
          <p:nvPr userDrawn="1"/>
        </p:nvSpPr>
        <p:spPr bwMode="auto">
          <a:xfrm>
            <a:off x="378700" y="1166665"/>
            <a:ext cx="9936000" cy="0"/>
          </a:xfrm>
          <a:prstGeom prst="line">
            <a:avLst/>
          </a:prstGeom>
          <a:noFill/>
          <a:ln w="19050" cap="flat">
            <a:solidFill>
              <a:srgbClr val="003D7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190" tIns="57095" rIns="114190" bIns="57095"/>
          <a:lstStyle/>
          <a:p>
            <a:pPr defTabSz="1042688" rtl="0"/>
            <a:endParaRPr lang="de-DE" sz="800" kern="0" dirty="0">
              <a:solidFill>
                <a:prstClr val="black"/>
              </a:solidFill>
            </a:endParaRPr>
          </a:p>
        </p:txBody>
      </p:sp>
      <p:sp>
        <p:nvSpPr>
          <p:cNvPr id="20" name="Titel 1"/>
          <p:cNvSpPr>
            <a:spLocks noGrp="1"/>
          </p:cNvSpPr>
          <p:nvPr>
            <p:ph type="title" hasCustomPrompt="1"/>
          </p:nvPr>
        </p:nvSpPr>
        <p:spPr>
          <a:xfrm>
            <a:off x="378700" y="450279"/>
            <a:ext cx="9936000" cy="720000"/>
          </a:xfrm>
        </p:spPr>
        <p:txBody>
          <a:bodyPr vert="horz"/>
          <a:lstStyle>
            <a:lvl1pPr rtl="0">
              <a:defRPr sz="2000" b="1">
                <a:solidFill>
                  <a:schemeClr val="tx1"/>
                </a:solidFill>
                <a:latin typeface="Univers for Metzler" panose="020B0503030202020203" pitchFamily="34" charset="0"/>
              </a:defRPr>
            </a:lvl1pPr>
          </a:lstStyle>
          <a:p>
            <a:r>
              <a:rPr lang="de-DE" dirty="0"/>
              <a:t>Mastertitelformat bearbeiten</a:t>
            </a:r>
          </a:p>
        </p:txBody>
      </p:sp>
      <p:sp>
        <p:nvSpPr>
          <p:cNvPr id="21" name="Textplatzhalter 5"/>
          <p:cNvSpPr>
            <a:spLocks noGrp="1"/>
          </p:cNvSpPr>
          <p:nvPr>
            <p:ph type="body" sz="quarter" idx="12" hasCustomPrompt="1"/>
          </p:nvPr>
        </p:nvSpPr>
        <p:spPr>
          <a:xfrm>
            <a:off x="378700" y="1243937"/>
            <a:ext cx="9936000" cy="271120"/>
          </a:xfrm>
        </p:spPr>
        <p:txBody>
          <a:bodyPr/>
          <a:lstStyle>
            <a:lvl1pPr marL="0" indent="0" rtl="0">
              <a:buNone/>
              <a:defRPr sz="1400" b="1">
                <a:solidFill>
                  <a:schemeClr val="tx2"/>
                </a:solidFill>
                <a:latin typeface="Univers for Metzler" panose="020B0503030202020203" pitchFamily="34" charset="0"/>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Untertitel</a:t>
            </a:r>
          </a:p>
        </p:txBody>
      </p:sp>
      <p:sp>
        <p:nvSpPr>
          <p:cNvPr id="22" name="Textplatzhalter 5"/>
          <p:cNvSpPr>
            <a:spLocks noGrp="1"/>
          </p:cNvSpPr>
          <p:nvPr>
            <p:ph type="body" sz="quarter" idx="13" hasCustomPrompt="1"/>
          </p:nvPr>
        </p:nvSpPr>
        <p:spPr>
          <a:xfrm>
            <a:off x="378700" y="233868"/>
            <a:ext cx="9936000" cy="216000"/>
          </a:xfrm>
        </p:spPr>
        <p:txBody>
          <a:bodyPr anchor="t" anchorCtr="0"/>
          <a:lstStyle>
            <a:lvl1pPr marL="0" indent="0" rtl="0">
              <a:buNone/>
              <a:defRPr sz="1000" b="0">
                <a:solidFill>
                  <a:schemeClr val="tx2"/>
                </a:solidFill>
                <a:latin typeface="Univers for Metzler" panose="020B0503030202020203" pitchFamily="34" charset="0"/>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Agenda</a:t>
            </a:r>
          </a:p>
        </p:txBody>
      </p:sp>
      <p:sp>
        <p:nvSpPr>
          <p:cNvPr id="2" name="Textplatzhalter 5">
            <a:extLst>
              <a:ext uri="{FF2B5EF4-FFF2-40B4-BE49-F238E27FC236}">
                <a16:creationId xmlns:a16="http://schemas.microsoft.com/office/drawing/2014/main" id="{445CF0EB-D192-F481-C5D9-CA7DE1EF677D}"/>
              </a:ext>
            </a:extLst>
          </p:cNvPr>
          <p:cNvSpPr>
            <a:spLocks noGrp="1"/>
          </p:cNvSpPr>
          <p:nvPr>
            <p:ph type="body" sz="quarter" idx="14" hasCustomPrompt="1"/>
          </p:nvPr>
        </p:nvSpPr>
        <p:spPr>
          <a:xfrm>
            <a:off x="603250" y="7133281"/>
            <a:ext cx="7272000" cy="168344"/>
          </a:xfrm>
        </p:spPr>
        <p:txBody>
          <a:bodyPr/>
          <a:lstStyle>
            <a:lvl1pPr marL="0" indent="0" rtl="0">
              <a:buNone/>
              <a:defRPr sz="800" b="0">
                <a:solidFill>
                  <a:schemeClr val="tx1"/>
                </a:solidFill>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Quelle:</a:t>
            </a:r>
          </a:p>
        </p:txBody>
      </p:sp>
      <p:sp>
        <p:nvSpPr>
          <p:cNvPr id="3" name="Textplatzhalter 5">
            <a:extLst>
              <a:ext uri="{FF2B5EF4-FFF2-40B4-BE49-F238E27FC236}">
                <a16:creationId xmlns:a16="http://schemas.microsoft.com/office/drawing/2014/main" id="{806D87D2-31FE-B0E7-2F1F-FF0F3E72C5E3}"/>
              </a:ext>
            </a:extLst>
          </p:cNvPr>
          <p:cNvSpPr>
            <a:spLocks noGrp="1"/>
          </p:cNvSpPr>
          <p:nvPr>
            <p:ph type="body" sz="quarter" idx="15" hasCustomPrompt="1"/>
          </p:nvPr>
        </p:nvSpPr>
        <p:spPr>
          <a:xfrm>
            <a:off x="378700" y="6887665"/>
            <a:ext cx="7488000" cy="168344"/>
          </a:xfrm>
        </p:spPr>
        <p:txBody>
          <a:bodyPr bIns="36000" anchor="b" anchorCtr="0"/>
          <a:lstStyle>
            <a:lvl1pPr marL="0" indent="0" rtl="0">
              <a:buNone/>
              <a:defRPr sz="800" b="0">
                <a:solidFill>
                  <a:schemeClr val="tx1"/>
                </a:solidFill>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1) Anmerkung</a:t>
            </a:r>
          </a:p>
        </p:txBody>
      </p:sp>
    </p:spTree>
    <p:extLst>
      <p:ext uri="{BB962C8B-B14F-4D97-AF65-F5344CB8AC3E}">
        <p14:creationId xmlns:p14="http://schemas.microsoft.com/office/powerpoint/2010/main" val="996300208"/>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Inhalt_0_e">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B72753BA-536B-1919-DD30-B6F28C2746B9}"/>
              </a:ext>
            </a:extLst>
          </p:cNvPr>
          <p:cNvGraphicFramePr>
            <a:graphicFrameLocks noChangeAspect="1"/>
          </p:cNvGraphicFramePr>
          <p:nvPr userDrawn="1">
            <p:custDataLst>
              <p:tags r:id="rId1"/>
            </p:custDataLst>
            <p:extLst>
              <p:ext uri="{D42A27DB-BD31-4B8C-83A1-F6EECF244321}">
                <p14:modId xmlns:p14="http://schemas.microsoft.com/office/powerpoint/2010/main" val="351633575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 name="Textplatzhalter 5"/>
          <p:cNvSpPr>
            <a:spLocks noGrp="1"/>
          </p:cNvSpPr>
          <p:nvPr>
            <p:ph type="body" sz="quarter" idx="16" hasCustomPrompt="1"/>
          </p:nvPr>
        </p:nvSpPr>
        <p:spPr>
          <a:xfrm>
            <a:off x="378700" y="1623075"/>
            <a:ext cx="4896000" cy="252000"/>
          </a:xfr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lvl1pPr marL="0" indent="0" rtl="0">
              <a:spcBef>
                <a:spcPts val="0"/>
              </a:spcBef>
              <a:buFont typeface="Arial" panose="020B0604020202020204" pitchFamily="34" charset="0"/>
              <a:buNone/>
              <a:defRPr lang="de-DE" sz="1000" b="1" dirty="0">
                <a:solidFill>
                  <a:schemeClr val="tx1"/>
                </a:solidFill>
              </a:defRPr>
            </a:lvl1pPr>
          </a:lstStyle>
          <a:p>
            <a:pPr marL="0" lvl="0"/>
            <a:r>
              <a:rPr lang="de-DE" dirty="0"/>
              <a:t>Überschrift</a:t>
            </a:r>
          </a:p>
        </p:txBody>
      </p:sp>
      <p:sp>
        <p:nvSpPr>
          <p:cNvPr id="12" name="Textplatzhalter 5"/>
          <p:cNvSpPr>
            <a:spLocks noGrp="1"/>
          </p:cNvSpPr>
          <p:nvPr>
            <p:ph type="body" sz="quarter" idx="19" hasCustomPrompt="1"/>
          </p:nvPr>
        </p:nvSpPr>
        <p:spPr>
          <a:xfrm>
            <a:off x="5418700" y="1623075"/>
            <a:ext cx="4896000" cy="252000"/>
          </a:xfr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lIns="90000" tIns="46800" rIns="90000" bIns="46800" rtlCol="0" anchor="ctr">
            <a:noAutofit/>
          </a:bodyPr>
          <a:lstStyle>
            <a:lvl1pPr marL="0" indent="0" rtl="0">
              <a:spcBef>
                <a:spcPts val="0"/>
              </a:spcBef>
              <a:buNone/>
              <a:defRPr lang="de-DE" sz="1000" b="1" dirty="0">
                <a:solidFill>
                  <a:schemeClr val="tx1"/>
                </a:solidFill>
              </a:defRPr>
            </a:lvl1pPr>
          </a:lstStyle>
          <a:p>
            <a:pPr marL="355600" lvl="0" indent="-355600"/>
            <a:r>
              <a:rPr lang="de-DE" dirty="0"/>
              <a:t>Überschrift</a:t>
            </a:r>
          </a:p>
        </p:txBody>
      </p:sp>
      <p:sp>
        <p:nvSpPr>
          <p:cNvPr id="13" name="Inhaltsplatzhalter 3"/>
          <p:cNvSpPr>
            <a:spLocks noGrp="1"/>
          </p:cNvSpPr>
          <p:nvPr>
            <p:ph sz="quarter" idx="10"/>
          </p:nvPr>
        </p:nvSpPr>
        <p:spPr>
          <a:xfrm>
            <a:off x="378700" y="1889373"/>
            <a:ext cx="4896000" cy="2268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5988" tIns="36000" rIns="0" bIns="35988" numCol="1" anchor="t" anchorCtr="0" compatLnSpc="1">
            <a:prstTxWarp prst="textNoShape">
              <a:avLst/>
            </a:prstTxWarp>
          </a:bodyPr>
          <a:lstStyle>
            <a:lvl1pPr marL="174625" indent="-174625" rtl="0">
              <a:spcBef>
                <a:spcPts val="0"/>
              </a:spcBef>
              <a:spcAft>
                <a:spcPts val="600"/>
              </a:spcAft>
              <a:buClr>
                <a:srgbClr val="003D7C"/>
              </a:buClr>
              <a:defRPr lang="de-DE" sz="1000" b="0" smtClean="0">
                <a:solidFill>
                  <a:schemeClr val="tx1"/>
                </a:solidFill>
              </a:defRPr>
            </a:lvl1pPr>
            <a:lvl2pPr rtl="0">
              <a:spcBef>
                <a:spcPts val="0"/>
              </a:spcBef>
              <a:spcAft>
                <a:spcPts val="600"/>
              </a:spcAft>
              <a:buClr>
                <a:srgbClr val="003D7C"/>
              </a:buClr>
              <a:defRPr lang="de-DE" sz="1000" smtClean="0"/>
            </a:lvl2pPr>
            <a:lvl3pPr rtl="0">
              <a:spcBef>
                <a:spcPts val="0"/>
              </a:spcBef>
              <a:spcAft>
                <a:spcPts val="600"/>
              </a:spcAft>
              <a:buClr>
                <a:srgbClr val="003D7C"/>
              </a:buClr>
              <a:defRPr lang="de-DE" sz="1000" smtClean="0"/>
            </a:lvl3pPr>
            <a:lvl4pPr rtl="0">
              <a:spcBef>
                <a:spcPts val="0"/>
              </a:spcBef>
              <a:spcAft>
                <a:spcPts val="600"/>
              </a:spcAft>
              <a:buClr>
                <a:srgbClr val="003D7C"/>
              </a:buClr>
              <a:defRPr lang="de-DE" sz="1000" smtClean="0"/>
            </a:lvl4pPr>
            <a:lvl5pPr rtl="0">
              <a:spcBef>
                <a:spcPts val="0"/>
              </a:spcBef>
              <a:spcAft>
                <a:spcPts val="600"/>
              </a:spcAft>
              <a:buClr>
                <a:srgbClr val="003D7C"/>
              </a:buClr>
              <a:defRPr lang="de-DE" sz="1000" dirty="0"/>
            </a:lvl5pPr>
          </a:lstStyle>
          <a:p>
            <a:pPr marL="176151" lvl="0" indent="-176151" defTabSz="914077" fontAlgn="base">
              <a:spcAft>
                <a:spcPts val="800"/>
              </a:spcAft>
              <a:buClr>
                <a:srgbClr val="003D7C"/>
              </a:buClr>
              <a:buSzPts val="1000"/>
            </a:pPr>
            <a:r>
              <a:rPr lang="de-DE" dirty="0"/>
              <a:t>Mastertextformat bearbeiten</a:t>
            </a:r>
          </a:p>
          <a:p>
            <a:pPr marL="176151" lvl="1" indent="-176151" defTabSz="914077" fontAlgn="base">
              <a:spcAft>
                <a:spcPts val="800"/>
              </a:spcAft>
              <a:buClr>
                <a:srgbClr val="003D7C"/>
              </a:buClr>
              <a:buSzPts val="1000"/>
            </a:pPr>
            <a:r>
              <a:rPr lang="de-DE" dirty="0"/>
              <a:t>Zweite Ebene</a:t>
            </a:r>
          </a:p>
          <a:p>
            <a:pPr marL="176151" lvl="2" indent="-176151" defTabSz="914077" fontAlgn="base">
              <a:spcAft>
                <a:spcPts val="800"/>
              </a:spcAft>
              <a:buClr>
                <a:srgbClr val="003D7C"/>
              </a:buClr>
              <a:buSzPts val="1000"/>
            </a:pPr>
            <a:r>
              <a:rPr lang="de-DE" dirty="0"/>
              <a:t>Dritte Ebene</a:t>
            </a:r>
          </a:p>
          <a:p>
            <a:pPr marL="176151" lvl="3" indent="-176151" defTabSz="914077" fontAlgn="base">
              <a:spcAft>
                <a:spcPts val="800"/>
              </a:spcAft>
              <a:buClr>
                <a:srgbClr val="003D7C"/>
              </a:buClr>
              <a:buSzPts val="1000"/>
            </a:pPr>
            <a:r>
              <a:rPr lang="de-DE" dirty="0"/>
              <a:t>Vierte Ebene</a:t>
            </a:r>
          </a:p>
          <a:p>
            <a:pPr marL="176151" lvl="4" indent="-176151" defTabSz="914077" fontAlgn="base">
              <a:spcAft>
                <a:spcPts val="800"/>
              </a:spcAft>
              <a:buClr>
                <a:srgbClr val="003D7C"/>
              </a:buClr>
              <a:buSzPts val="1000"/>
            </a:pPr>
            <a:r>
              <a:rPr lang="de-DE" dirty="0"/>
              <a:t>Fünfte Ebene</a:t>
            </a:r>
          </a:p>
        </p:txBody>
      </p:sp>
      <p:sp>
        <p:nvSpPr>
          <p:cNvPr id="14" name="Inhaltsplatzhalter 3"/>
          <p:cNvSpPr>
            <a:spLocks noGrp="1"/>
          </p:cNvSpPr>
          <p:nvPr>
            <p:ph sz="quarter" idx="20"/>
          </p:nvPr>
        </p:nvSpPr>
        <p:spPr>
          <a:xfrm>
            <a:off x="5418700" y="1889373"/>
            <a:ext cx="4896000" cy="4896138"/>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5988" tIns="36000" rIns="0" bIns="35988" numCol="1" anchor="t" anchorCtr="0" compatLnSpc="1">
            <a:prstTxWarp prst="textNoShape">
              <a:avLst/>
            </a:prstTxWarp>
          </a:bodyPr>
          <a:lstStyle>
            <a:lvl1pPr marL="174625" indent="-174625" rtl="0">
              <a:spcBef>
                <a:spcPts val="0"/>
              </a:spcBef>
              <a:spcAft>
                <a:spcPts val="600"/>
              </a:spcAft>
              <a:buClr>
                <a:srgbClr val="003D7C"/>
              </a:buClr>
              <a:defRPr lang="de-DE" sz="1000" b="0" smtClean="0">
                <a:solidFill>
                  <a:schemeClr val="tx1"/>
                </a:solidFill>
              </a:defRPr>
            </a:lvl1pPr>
            <a:lvl2pPr rtl="0">
              <a:spcBef>
                <a:spcPts val="0"/>
              </a:spcBef>
              <a:spcAft>
                <a:spcPts val="600"/>
              </a:spcAft>
              <a:buClr>
                <a:srgbClr val="003D7C"/>
              </a:buClr>
              <a:defRPr lang="de-DE" sz="1000" smtClean="0"/>
            </a:lvl2pPr>
            <a:lvl3pPr rtl="0">
              <a:spcBef>
                <a:spcPts val="0"/>
              </a:spcBef>
              <a:spcAft>
                <a:spcPts val="600"/>
              </a:spcAft>
              <a:buClr>
                <a:srgbClr val="003D7C"/>
              </a:buClr>
              <a:defRPr lang="de-DE" sz="1000" smtClean="0"/>
            </a:lvl3pPr>
            <a:lvl4pPr rtl="0">
              <a:spcBef>
                <a:spcPts val="0"/>
              </a:spcBef>
              <a:spcAft>
                <a:spcPts val="600"/>
              </a:spcAft>
              <a:buClr>
                <a:srgbClr val="003D7C"/>
              </a:buClr>
              <a:defRPr lang="de-DE" sz="1000" smtClean="0"/>
            </a:lvl4pPr>
            <a:lvl5pPr rtl="0">
              <a:spcBef>
                <a:spcPts val="0"/>
              </a:spcBef>
              <a:spcAft>
                <a:spcPts val="600"/>
              </a:spcAft>
              <a:buClr>
                <a:srgbClr val="003D7C"/>
              </a:buClr>
              <a:defRPr lang="de-DE" sz="1000" dirty="0"/>
            </a:lvl5pPr>
          </a:lstStyle>
          <a:p>
            <a:pPr marL="176151" lvl="0" indent="-176151" defTabSz="914077" fontAlgn="base">
              <a:spcAft>
                <a:spcPts val="800"/>
              </a:spcAft>
              <a:buClr>
                <a:srgbClr val="003D7C"/>
              </a:buClr>
              <a:buSzPts val="1000"/>
            </a:pPr>
            <a:r>
              <a:rPr lang="de-DE" dirty="0"/>
              <a:t>Mastertextformat bearbeiten</a:t>
            </a:r>
          </a:p>
          <a:p>
            <a:pPr marL="176151" lvl="1" indent="-176151" defTabSz="914077" fontAlgn="base">
              <a:spcAft>
                <a:spcPts val="800"/>
              </a:spcAft>
              <a:buClr>
                <a:srgbClr val="003D7C"/>
              </a:buClr>
              <a:buSzPts val="1000"/>
            </a:pPr>
            <a:r>
              <a:rPr lang="de-DE" dirty="0"/>
              <a:t>Zweite Ebene</a:t>
            </a:r>
          </a:p>
          <a:p>
            <a:pPr marL="176151" lvl="2" indent="-176151" defTabSz="914077" fontAlgn="base">
              <a:spcAft>
                <a:spcPts val="800"/>
              </a:spcAft>
              <a:buClr>
                <a:srgbClr val="003D7C"/>
              </a:buClr>
              <a:buSzPts val="1000"/>
            </a:pPr>
            <a:r>
              <a:rPr lang="de-DE" dirty="0"/>
              <a:t>Dritte Ebene</a:t>
            </a:r>
          </a:p>
          <a:p>
            <a:pPr marL="176151" lvl="3" indent="-176151" defTabSz="914077" fontAlgn="base">
              <a:spcAft>
                <a:spcPts val="800"/>
              </a:spcAft>
              <a:buClr>
                <a:srgbClr val="003D7C"/>
              </a:buClr>
              <a:buSzPts val="1000"/>
            </a:pPr>
            <a:r>
              <a:rPr lang="de-DE" dirty="0"/>
              <a:t>Vierte Ebene</a:t>
            </a:r>
          </a:p>
          <a:p>
            <a:pPr marL="176151" lvl="4" indent="-176151" defTabSz="914077" fontAlgn="base">
              <a:spcAft>
                <a:spcPts val="800"/>
              </a:spcAft>
              <a:buClr>
                <a:srgbClr val="003D7C"/>
              </a:buClr>
              <a:buSzPts val="1000"/>
            </a:pPr>
            <a:r>
              <a:rPr lang="de-DE" dirty="0"/>
              <a:t>Fünfte Ebene</a:t>
            </a:r>
          </a:p>
        </p:txBody>
      </p:sp>
      <p:sp>
        <p:nvSpPr>
          <p:cNvPr id="15" name="Textplatzhalter 5"/>
          <p:cNvSpPr>
            <a:spLocks noGrp="1"/>
          </p:cNvSpPr>
          <p:nvPr>
            <p:ph type="body" sz="quarter" idx="21" hasCustomPrompt="1"/>
          </p:nvPr>
        </p:nvSpPr>
        <p:spPr>
          <a:xfrm>
            <a:off x="378700" y="4251213"/>
            <a:ext cx="4896000" cy="252000"/>
          </a:xfr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lIns="90000" tIns="46800" rIns="90000" bIns="46800" rtlCol="0" anchor="ctr">
            <a:noAutofit/>
          </a:bodyPr>
          <a:lstStyle>
            <a:lvl1pPr marL="0" indent="0" rtl="0">
              <a:spcBef>
                <a:spcPts val="0"/>
              </a:spcBef>
              <a:buNone/>
              <a:defRPr lang="de-DE" sz="1000" b="1" dirty="0">
                <a:solidFill>
                  <a:schemeClr val="tx1"/>
                </a:solidFill>
              </a:defRPr>
            </a:lvl1pPr>
          </a:lstStyle>
          <a:p>
            <a:pPr marL="355600" lvl="0" indent="-355600"/>
            <a:r>
              <a:rPr lang="de-DE" dirty="0"/>
              <a:t>Überschrift</a:t>
            </a:r>
          </a:p>
        </p:txBody>
      </p:sp>
      <p:sp>
        <p:nvSpPr>
          <p:cNvPr id="17" name="Inhaltsplatzhalter 3"/>
          <p:cNvSpPr>
            <a:spLocks noGrp="1"/>
          </p:cNvSpPr>
          <p:nvPr>
            <p:ph sz="quarter" idx="23"/>
          </p:nvPr>
        </p:nvSpPr>
        <p:spPr>
          <a:xfrm>
            <a:off x="378700" y="4517511"/>
            <a:ext cx="4896000" cy="2268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5988" tIns="36000" rIns="0" bIns="35988" numCol="1" anchor="t" anchorCtr="0" compatLnSpc="1">
            <a:prstTxWarp prst="textNoShape">
              <a:avLst/>
            </a:prstTxWarp>
          </a:bodyPr>
          <a:lstStyle>
            <a:lvl1pPr marL="174625" indent="-174625" rtl="0">
              <a:spcBef>
                <a:spcPts val="0"/>
              </a:spcBef>
              <a:spcAft>
                <a:spcPts val="600"/>
              </a:spcAft>
              <a:buClr>
                <a:srgbClr val="003D7C"/>
              </a:buClr>
              <a:defRPr lang="de-DE" sz="1000" b="0" smtClean="0">
                <a:solidFill>
                  <a:schemeClr val="tx1"/>
                </a:solidFill>
              </a:defRPr>
            </a:lvl1pPr>
            <a:lvl2pPr rtl="0">
              <a:spcBef>
                <a:spcPts val="0"/>
              </a:spcBef>
              <a:spcAft>
                <a:spcPts val="600"/>
              </a:spcAft>
              <a:buClr>
                <a:srgbClr val="003D7C"/>
              </a:buClr>
              <a:defRPr lang="de-DE" sz="1000" smtClean="0"/>
            </a:lvl2pPr>
            <a:lvl3pPr rtl="0">
              <a:spcBef>
                <a:spcPts val="0"/>
              </a:spcBef>
              <a:spcAft>
                <a:spcPts val="600"/>
              </a:spcAft>
              <a:buClr>
                <a:srgbClr val="003D7C"/>
              </a:buClr>
              <a:defRPr lang="de-DE" sz="1000" smtClean="0"/>
            </a:lvl3pPr>
            <a:lvl4pPr rtl="0">
              <a:spcBef>
                <a:spcPts val="0"/>
              </a:spcBef>
              <a:spcAft>
                <a:spcPts val="600"/>
              </a:spcAft>
              <a:buClr>
                <a:srgbClr val="003D7C"/>
              </a:buClr>
              <a:defRPr lang="de-DE" sz="1000" smtClean="0"/>
            </a:lvl4pPr>
            <a:lvl5pPr rtl="0">
              <a:spcBef>
                <a:spcPts val="0"/>
              </a:spcBef>
              <a:spcAft>
                <a:spcPts val="600"/>
              </a:spcAft>
              <a:buClr>
                <a:srgbClr val="003D7C"/>
              </a:buClr>
              <a:defRPr lang="de-DE" sz="1000" dirty="0"/>
            </a:lvl5pPr>
          </a:lstStyle>
          <a:p>
            <a:pPr marL="176151" lvl="0" indent="-176151" defTabSz="914077" fontAlgn="base">
              <a:spcAft>
                <a:spcPts val="800"/>
              </a:spcAft>
              <a:buClr>
                <a:srgbClr val="003D7C"/>
              </a:buClr>
              <a:buSzPts val="1000"/>
            </a:pPr>
            <a:r>
              <a:rPr lang="de-DE" dirty="0"/>
              <a:t>Mastertextformat bearbeiten</a:t>
            </a:r>
          </a:p>
          <a:p>
            <a:pPr marL="176151" lvl="1" indent="-176151" defTabSz="914077" fontAlgn="base">
              <a:spcAft>
                <a:spcPts val="800"/>
              </a:spcAft>
              <a:buClr>
                <a:srgbClr val="003D7C"/>
              </a:buClr>
              <a:buSzPts val="1000"/>
            </a:pPr>
            <a:r>
              <a:rPr lang="de-DE" dirty="0"/>
              <a:t>Zweite Ebene</a:t>
            </a:r>
          </a:p>
          <a:p>
            <a:pPr marL="176151" lvl="2" indent="-176151" defTabSz="914077" fontAlgn="base">
              <a:spcAft>
                <a:spcPts val="800"/>
              </a:spcAft>
              <a:buClr>
                <a:srgbClr val="003D7C"/>
              </a:buClr>
              <a:buSzPts val="1000"/>
            </a:pPr>
            <a:r>
              <a:rPr lang="de-DE" dirty="0"/>
              <a:t>Dritte Ebene</a:t>
            </a:r>
          </a:p>
          <a:p>
            <a:pPr marL="176151" lvl="3" indent="-176151" defTabSz="914077" fontAlgn="base">
              <a:spcAft>
                <a:spcPts val="800"/>
              </a:spcAft>
              <a:buClr>
                <a:srgbClr val="003D7C"/>
              </a:buClr>
              <a:buSzPts val="1000"/>
            </a:pPr>
            <a:r>
              <a:rPr lang="de-DE" dirty="0"/>
              <a:t>Vierte Ebene</a:t>
            </a:r>
          </a:p>
          <a:p>
            <a:pPr marL="176151" lvl="4" indent="-176151" defTabSz="914077" fontAlgn="base">
              <a:spcAft>
                <a:spcPts val="800"/>
              </a:spcAft>
              <a:buClr>
                <a:srgbClr val="003D7C"/>
              </a:buClr>
              <a:buSzPts val="1000"/>
            </a:pPr>
            <a:r>
              <a:rPr lang="de-DE" dirty="0"/>
              <a:t>Fünfte Ebene</a:t>
            </a:r>
          </a:p>
        </p:txBody>
      </p:sp>
      <p:sp>
        <p:nvSpPr>
          <p:cNvPr id="16" name="Line 58"/>
          <p:cNvSpPr>
            <a:spLocks noChangeShapeType="1"/>
          </p:cNvSpPr>
          <p:nvPr userDrawn="1"/>
        </p:nvSpPr>
        <p:spPr bwMode="auto">
          <a:xfrm>
            <a:off x="378700" y="1166665"/>
            <a:ext cx="9936000" cy="0"/>
          </a:xfrm>
          <a:prstGeom prst="line">
            <a:avLst/>
          </a:prstGeom>
          <a:noFill/>
          <a:ln w="19050" cap="flat">
            <a:solidFill>
              <a:srgbClr val="003D7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190" tIns="57095" rIns="114190" bIns="57095"/>
          <a:lstStyle/>
          <a:p>
            <a:pPr defTabSz="1042688" rtl="0"/>
            <a:endParaRPr lang="de-DE" sz="800" kern="0" dirty="0">
              <a:solidFill>
                <a:prstClr val="black"/>
              </a:solidFill>
            </a:endParaRPr>
          </a:p>
        </p:txBody>
      </p:sp>
      <p:sp>
        <p:nvSpPr>
          <p:cNvPr id="18" name="Titel 1"/>
          <p:cNvSpPr>
            <a:spLocks noGrp="1"/>
          </p:cNvSpPr>
          <p:nvPr>
            <p:ph type="title" hasCustomPrompt="1"/>
          </p:nvPr>
        </p:nvSpPr>
        <p:spPr>
          <a:xfrm>
            <a:off x="378700" y="450279"/>
            <a:ext cx="9936000" cy="720000"/>
          </a:xfrm>
        </p:spPr>
        <p:txBody>
          <a:bodyPr vert="horz"/>
          <a:lstStyle>
            <a:lvl1pPr rtl="0">
              <a:defRPr sz="2000" b="1">
                <a:solidFill>
                  <a:schemeClr val="tx1"/>
                </a:solidFill>
                <a:latin typeface="Univers for Metzler" panose="020B0503030202020203" pitchFamily="34" charset="0"/>
              </a:defRPr>
            </a:lvl1pPr>
          </a:lstStyle>
          <a:p>
            <a:r>
              <a:rPr lang="de-DE" dirty="0"/>
              <a:t>Mastertitelformat bearbeiten</a:t>
            </a:r>
          </a:p>
        </p:txBody>
      </p:sp>
      <p:sp>
        <p:nvSpPr>
          <p:cNvPr id="19" name="Textplatzhalter 5"/>
          <p:cNvSpPr>
            <a:spLocks noGrp="1"/>
          </p:cNvSpPr>
          <p:nvPr>
            <p:ph type="body" sz="quarter" idx="12" hasCustomPrompt="1"/>
          </p:nvPr>
        </p:nvSpPr>
        <p:spPr>
          <a:xfrm>
            <a:off x="378700" y="1243937"/>
            <a:ext cx="9936000" cy="271120"/>
          </a:xfrm>
        </p:spPr>
        <p:txBody>
          <a:bodyPr/>
          <a:lstStyle>
            <a:lvl1pPr marL="0" indent="0" rtl="0">
              <a:buNone/>
              <a:defRPr sz="1400" b="1">
                <a:solidFill>
                  <a:schemeClr val="tx2"/>
                </a:solidFill>
                <a:latin typeface="Univers for Metzler" panose="020B0503030202020203" pitchFamily="34" charset="0"/>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Untertitel</a:t>
            </a:r>
          </a:p>
        </p:txBody>
      </p:sp>
      <p:sp>
        <p:nvSpPr>
          <p:cNvPr id="20" name="Textplatzhalter 5"/>
          <p:cNvSpPr>
            <a:spLocks noGrp="1"/>
          </p:cNvSpPr>
          <p:nvPr>
            <p:ph type="body" sz="quarter" idx="13" hasCustomPrompt="1"/>
          </p:nvPr>
        </p:nvSpPr>
        <p:spPr>
          <a:xfrm>
            <a:off x="378700" y="233868"/>
            <a:ext cx="9936000" cy="216000"/>
          </a:xfrm>
        </p:spPr>
        <p:txBody>
          <a:bodyPr anchor="t" anchorCtr="0"/>
          <a:lstStyle>
            <a:lvl1pPr marL="0" indent="0" rtl="0">
              <a:buNone/>
              <a:defRPr sz="1000" b="0">
                <a:solidFill>
                  <a:schemeClr val="tx2"/>
                </a:solidFill>
                <a:latin typeface="Univers for Metzler" panose="020B0503030202020203" pitchFamily="34" charset="0"/>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Agenda</a:t>
            </a:r>
          </a:p>
        </p:txBody>
      </p:sp>
      <p:sp>
        <p:nvSpPr>
          <p:cNvPr id="2" name="Textplatzhalter 5">
            <a:extLst>
              <a:ext uri="{FF2B5EF4-FFF2-40B4-BE49-F238E27FC236}">
                <a16:creationId xmlns:a16="http://schemas.microsoft.com/office/drawing/2014/main" id="{FF14ACF8-F78A-5B9A-CF40-D1FCF9E130EC}"/>
              </a:ext>
            </a:extLst>
          </p:cNvPr>
          <p:cNvSpPr>
            <a:spLocks noGrp="1"/>
          </p:cNvSpPr>
          <p:nvPr>
            <p:ph type="body" sz="quarter" idx="14" hasCustomPrompt="1"/>
          </p:nvPr>
        </p:nvSpPr>
        <p:spPr>
          <a:xfrm>
            <a:off x="603250" y="7133281"/>
            <a:ext cx="7272000" cy="168344"/>
          </a:xfrm>
        </p:spPr>
        <p:txBody>
          <a:bodyPr/>
          <a:lstStyle>
            <a:lvl1pPr marL="0" indent="0" rtl="0">
              <a:buNone/>
              <a:defRPr sz="800" b="0">
                <a:solidFill>
                  <a:schemeClr val="tx1"/>
                </a:solidFill>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Quelle:</a:t>
            </a:r>
          </a:p>
        </p:txBody>
      </p:sp>
      <p:sp>
        <p:nvSpPr>
          <p:cNvPr id="3" name="Textplatzhalter 5">
            <a:extLst>
              <a:ext uri="{FF2B5EF4-FFF2-40B4-BE49-F238E27FC236}">
                <a16:creationId xmlns:a16="http://schemas.microsoft.com/office/drawing/2014/main" id="{C2294B30-7B98-A29F-54FC-F81D4F18DF69}"/>
              </a:ext>
            </a:extLst>
          </p:cNvPr>
          <p:cNvSpPr>
            <a:spLocks noGrp="1"/>
          </p:cNvSpPr>
          <p:nvPr>
            <p:ph type="body" sz="quarter" idx="15" hasCustomPrompt="1"/>
          </p:nvPr>
        </p:nvSpPr>
        <p:spPr>
          <a:xfrm>
            <a:off x="378700" y="6887665"/>
            <a:ext cx="7488000" cy="168344"/>
          </a:xfrm>
        </p:spPr>
        <p:txBody>
          <a:bodyPr bIns="36000" anchor="b" anchorCtr="0"/>
          <a:lstStyle>
            <a:lvl1pPr marL="0" indent="0" rtl="0">
              <a:buNone/>
              <a:defRPr sz="800" b="0">
                <a:solidFill>
                  <a:schemeClr val="tx1"/>
                </a:solidFill>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1) Anmerkung</a:t>
            </a:r>
          </a:p>
        </p:txBody>
      </p:sp>
    </p:spTree>
    <p:extLst>
      <p:ext uri="{BB962C8B-B14F-4D97-AF65-F5344CB8AC3E}">
        <p14:creationId xmlns:p14="http://schemas.microsoft.com/office/powerpoint/2010/main" val="2305004963"/>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6_Inhalt_0_e">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253957BF-AD90-2493-D81D-695180EFCDB5}"/>
              </a:ext>
            </a:extLst>
          </p:cNvPr>
          <p:cNvGraphicFramePr>
            <a:graphicFrameLocks noChangeAspect="1"/>
          </p:cNvGraphicFramePr>
          <p:nvPr userDrawn="1">
            <p:custDataLst>
              <p:tags r:id="rId1"/>
            </p:custDataLst>
            <p:extLst>
              <p:ext uri="{D42A27DB-BD31-4B8C-83A1-F6EECF244321}">
                <p14:modId xmlns:p14="http://schemas.microsoft.com/office/powerpoint/2010/main" val="391316917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Textplatzhalter 5"/>
          <p:cNvSpPr>
            <a:spLocks noGrp="1"/>
          </p:cNvSpPr>
          <p:nvPr>
            <p:ph type="body" sz="quarter" idx="14" hasCustomPrompt="1"/>
          </p:nvPr>
        </p:nvSpPr>
        <p:spPr>
          <a:xfrm>
            <a:off x="603250" y="7133281"/>
            <a:ext cx="7272000" cy="168344"/>
          </a:xfrm>
        </p:spPr>
        <p:txBody>
          <a:bodyPr/>
          <a:lstStyle>
            <a:lvl1pPr marL="0" indent="0" rtl="0">
              <a:buNone/>
              <a:defRPr sz="800" b="0">
                <a:solidFill>
                  <a:schemeClr val="tx1"/>
                </a:solidFill>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Quelle:</a:t>
            </a:r>
          </a:p>
        </p:txBody>
      </p:sp>
      <p:sp>
        <p:nvSpPr>
          <p:cNvPr id="10" name="Textplatzhalter 5"/>
          <p:cNvSpPr>
            <a:spLocks noGrp="1"/>
          </p:cNvSpPr>
          <p:nvPr>
            <p:ph type="body" sz="quarter" idx="16" hasCustomPrompt="1"/>
          </p:nvPr>
        </p:nvSpPr>
        <p:spPr>
          <a:xfrm>
            <a:off x="378700" y="1623075"/>
            <a:ext cx="9936000" cy="252000"/>
          </a:xfr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lvl1pPr marL="0" indent="0" rtl="0">
              <a:spcBef>
                <a:spcPts val="0"/>
              </a:spcBef>
              <a:buFont typeface="Arial" panose="020B0604020202020204" pitchFamily="34" charset="0"/>
              <a:buNone/>
              <a:defRPr lang="de-DE" sz="1000" b="1" dirty="0">
                <a:solidFill>
                  <a:schemeClr val="tx1"/>
                </a:solidFill>
              </a:defRPr>
            </a:lvl1pPr>
          </a:lstStyle>
          <a:p>
            <a:pPr marL="0" lvl="0"/>
            <a:r>
              <a:rPr lang="de-DE" dirty="0"/>
              <a:t>Überschrift</a:t>
            </a:r>
          </a:p>
        </p:txBody>
      </p:sp>
      <p:sp>
        <p:nvSpPr>
          <p:cNvPr id="13" name="Inhaltsplatzhalter 3"/>
          <p:cNvSpPr>
            <a:spLocks noGrp="1"/>
          </p:cNvSpPr>
          <p:nvPr>
            <p:ph sz="quarter" idx="10"/>
          </p:nvPr>
        </p:nvSpPr>
        <p:spPr>
          <a:xfrm>
            <a:off x="378700" y="1889371"/>
            <a:ext cx="9936000" cy="4896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5988" tIns="36000" rIns="0" bIns="35988" numCol="1" anchor="t" anchorCtr="0" compatLnSpc="1">
            <a:prstTxWarp prst="textNoShape">
              <a:avLst/>
            </a:prstTxWarp>
          </a:bodyPr>
          <a:lstStyle>
            <a:lvl1pPr marL="174625" indent="-174625" rtl="0">
              <a:spcBef>
                <a:spcPts val="0"/>
              </a:spcBef>
              <a:spcAft>
                <a:spcPts val="600"/>
              </a:spcAft>
              <a:buClr>
                <a:srgbClr val="003D7C"/>
              </a:buClr>
              <a:defRPr lang="de-DE" sz="1000" b="0" smtClean="0">
                <a:solidFill>
                  <a:schemeClr val="tx1"/>
                </a:solidFill>
              </a:defRPr>
            </a:lvl1pPr>
            <a:lvl2pPr rtl="0">
              <a:spcBef>
                <a:spcPts val="0"/>
              </a:spcBef>
              <a:spcAft>
                <a:spcPts val="600"/>
              </a:spcAft>
              <a:buClr>
                <a:srgbClr val="003D7C"/>
              </a:buClr>
              <a:defRPr lang="de-DE" sz="1000" smtClean="0"/>
            </a:lvl2pPr>
            <a:lvl3pPr rtl="0">
              <a:spcBef>
                <a:spcPts val="0"/>
              </a:spcBef>
              <a:spcAft>
                <a:spcPts val="600"/>
              </a:spcAft>
              <a:buClr>
                <a:srgbClr val="003D7C"/>
              </a:buClr>
              <a:defRPr lang="de-DE" sz="1000" smtClean="0"/>
            </a:lvl3pPr>
            <a:lvl4pPr rtl="0">
              <a:spcBef>
                <a:spcPts val="0"/>
              </a:spcBef>
              <a:spcAft>
                <a:spcPts val="600"/>
              </a:spcAft>
              <a:buClr>
                <a:srgbClr val="003D7C"/>
              </a:buClr>
              <a:defRPr lang="de-DE" sz="1000" smtClean="0"/>
            </a:lvl4pPr>
            <a:lvl5pPr rtl="0">
              <a:spcBef>
                <a:spcPts val="0"/>
              </a:spcBef>
              <a:spcAft>
                <a:spcPts val="600"/>
              </a:spcAft>
              <a:buClr>
                <a:srgbClr val="003D7C"/>
              </a:buClr>
              <a:defRPr lang="de-DE" sz="1000" dirty="0"/>
            </a:lvl5pPr>
          </a:lstStyle>
          <a:p>
            <a:pPr marL="176151" lvl="0" indent="-176151" defTabSz="914077" fontAlgn="base">
              <a:spcAft>
                <a:spcPts val="800"/>
              </a:spcAft>
              <a:buClr>
                <a:srgbClr val="003D7C"/>
              </a:buClr>
              <a:buSzPts val="1000"/>
            </a:pPr>
            <a:r>
              <a:rPr lang="de-DE" dirty="0"/>
              <a:t>Mastertextformat bearbeiten</a:t>
            </a:r>
          </a:p>
          <a:p>
            <a:pPr marL="176151" lvl="1" indent="-176151" defTabSz="914077" fontAlgn="base">
              <a:spcAft>
                <a:spcPts val="800"/>
              </a:spcAft>
              <a:buClr>
                <a:srgbClr val="003D7C"/>
              </a:buClr>
              <a:buSzPts val="1000"/>
            </a:pPr>
            <a:r>
              <a:rPr lang="de-DE" dirty="0"/>
              <a:t>Zweite Ebene</a:t>
            </a:r>
          </a:p>
          <a:p>
            <a:pPr marL="176151" lvl="2" indent="-176151" defTabSz="914077" fontAlgn="base">
              <a:spcAft>
                <a:spcPts val="800"/>
              </a:spcAft>
              <a:buClr>
                <a:srgbClr val="003D7C"/>
              </a:buClr>
              <a:buSzPts val="1000"/>
            </a:pPr>
            <a:r>
              <a:rPr lang="de-DE" dirty="0"/>
              <a:t>Dritte Ebene</a:t>
            </a:r>
          </a:p>
          <a:p>
            <a:pPr marL="176151" lvl="3" indent="-176151" defTabSz="914077" fontAlgn="base">
              <a:spcAft>
                <a:spcPts val="800"/>
              </a:spcAft>
              <a:buClr>
                <a:srgbClr val="003D7C"/>
              </a:buClr>
              <a:buSzPts val="1000"/>
            </a:pPr>
            <a:r>
              <a:rPr lang="de-DE" dirty="0"/>
              <a:t>Vierte Ebene</a:t>
            </a:r>
          </a:p>
          <a:p>
            <a:pPr marL="176151" lvl="4" indent="-176151" defTabSz="914077" fontAlgn="base">
              <a:spcAft>
                <a:spcPts val="800"/>
              </a:spcAft>
              <a:buClr>
                <a:srgbClr val="003D7C"/>
              </a:buClr>
              <a:buSzPts val="1000"/>
            </a:pPr>
            <a:r>
              <a:rPr lang="de-DE" dirty="0"/>
              <a:t>Fünfte Ebene</a:t>
            </a:r>
          </a:p>
        </p:txBody>
      </p:sp>
      <p:sp>
        <p:nvSpPr>
          <p:cNvPr id="12" name="Line 58"/>
          <p:cNvSpPr>
            <a:spLocks noChangeShapeType="1"/>
          </p:cNvSpPr>
          <p:nvPr userDrawn="1"/>
        </p:nvSpPr>
        <p:spPr bwMode="auto">
          <a:xfrm>
            <a:off x="378700" y="1166665"/>
            <a:ext cx="9936000" cy="0"/>
          </a:xfrm>
          <a:prstGeom prst="line">
            <a:avLst/>
          </a:prstGeom>
          <a:noFill/>
          <a:ln w="19050" cap="flat">
            <a:solidFill>
              <a:srgbClr val="003D7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190" tIns="57095" rIns="114190" bIns="57095"/>
          <a:lstStyle/>
          <a:p>
            <a:pPr defTabSz="1042688" rtl="0"/>
            <a:endParaRPr lang="de-DE" sz="800" kern="0" dirty="0">
              <a:solidFill>
                <a:prstClr val="black"/>
              </a:solidFill>
            </a:endParaRPr>
          </a:p>
        </p:txBody>
      </p:sp>
      <p:sp>
        <p:nvSpPr>
          <p:cNvPr id="14" name="Titel 1"/>
          <p:cNvSpPr>
            <a:spLocks noGrp="1"/>
          </p:cNvSpPr>
          <p:nvPr>
            <p:ph type="title" hasCustomPrompt="1"/>
          </p:nvPr>
        </p:nvSpPr>
        <p:spPr>
          <a:xfrm>
            <a:off x="378700" y="450279"/>
            <a:ext cx="9936000" cy="720000"/>
          </a:xfrm>
        </p:spPr>
        <p:txBody>
          <a:bodyPr vert="horz"/>
          <a:lstStyle>
            <a:lvl1pPr rtl="0">
              <a:defRPr sz="2000" b="1">
                <a:solidFill>
                  <a:schemeClr val="tx1"/>
                </a:solidFill>
                <a:latin typeface="Univers for Metzler" panose="020B0503030202020203" pitchFamily="34" charset="0"/>
              </a:defRPr>
            </a:lvl1pPr>
          </a:lstStyle>
          <a:p>
            <a:r>
              <a:rPr lang="de-DE" dirty="0"/>
              <a:t>Mastertitelformat bearbeiten</a:t>
            </a:r>
          </a:p>
        </p:txBody>
      </p:sp>
      <p:sp>
        <p:nvSpPr>
          <p:cNvPr id="15" name="Textplatzhalter 5"/>
          <p:cNvSpPr>
            <a:spLocks noGrp="1"/>
          </p:cNvSpPr>
          <p:nvPr>
            <p:ph type="body" sz="quarter" idx="12" hasCustomPrompt="1"/>
          </p:nvPr>
        </p:nvSpPr>
        <p:spPr>
          <a:xfrm>
            <a:off x="378700" y="1243937"/>
            <a:ext cx="9936000" cy="271120"/>
          </a:xfrm>
        </p:spPr>
        <p:txBody>
          <a:bodyPr/>
          <a:lstStyle>
            <a:lvl1pPr marL="0" indent="0" rtl="0">
              <a:buNone/>
              <a:defRPr sz="1400" b="1">
                <a:solidFill>
                  <a:schemeClr val="tx2"/>
                </a:solidFill>
                <a:latin typeface="Univers for Metzler" panose="020B0503030202020203" pitchFamily="34" charset="0"/>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Untertitel</a:t>
            </a:r>
          </a:p>
        </p:txBody>
      </p:sp>
      <p:sp>
        <p:nvSpPr>
          <p:cNvPr id="16" name="Textplatzhalter 5"/>
          <p:cNvSpPr>
            <a:spLocks noGrp="1"/>
          </p:cNvSpPr>
          <p:nvPr>
            <p:ph type="body" sz="quarter" idx="13" hasCustomPrompt="1"/>
          </p:nvPr>
        </p:nvSpPr>
        <p:spPr>
          <a:xfrm>
            <a:off x="378700" y="233868"/>
            <a:ext cx="9936000" cy="216000"/>
          </a:xfrm>
        </p:spPr>
        <p:txBody>
          <a:bodyPr anchor="t" anchorCtr="0"/>
          <a:lstStyle>
            <a:lvl1pPr marL="0" indent="0" rtl="0">
              <a:buNone/>
              <a:defRPr sz="1000" b="0">
                <a:solidFill>
                  <a:schemeClr val="tx2"/>
                </a:solidFill>
                <a:latin typeface="Univers for Metzler" panose="020B0503030202020203" pitchFamily="34" charset="0"/>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Agenda</a:t>
            </a:r>
          </a:p>
        </p:txBody>
      </p:sp>
      <p:sp>
        <p:nvSpPr>
          <p:cNvPr id="17" name="Textplatzhalter 5"/>
          <p:cNvSpPr>
            <a:spLocks noGrp="1"/>
          </p:cNvSpPr>
          <p:nvPr>
            <p:ph type="body" sz="quarter" idx="15" hasCustomPrompt="1"/>
          </p:nvPr>
        </p:nvSpPr>
        <p:spPr>
          <a:xfrm>
            <a:off x="378700" y="6887665"/>
            <a:ext cx="7488000" cy="168344"/>
          </a:xfrm>
        </p:spPr>
        <p:txBody>
          <a:bodyPr bIns="36000" anchor="b" anchorCtr="0"/>
          <a:lstStyle>
            <a:lvl1pPr marL="0" indent="0" rtl="0">
              <a:buNone/>
              <a:defRPr sz="800" b="0">
                <a:solidFill>
                  <a:schemeClr val="tx1"/>
                </a:solidFill>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1) Anmerkung</a:t>
            </a:r>
          </a:p>
        </p:txBody>
      </p:sp>
    </p:spTree>
    <p:extLst>
      <p:ext uri="{BB962C8B-B14F-4D97-AF65-F5344CB8AC3E}">
        <p14:creationId xmlns:p14="http://schemas.microsoft.com/office/powerpoint/2010/main" val="4017708561"/>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Disclaimer_English">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AC578B98-C190-B2E5-8866-0279BF01817C}"/>
              </a:ext>
            </a:extLst>
          </p:cNvPr>
          <p:cNvGraphicFramePr>
            <a:graphicFrameLocks noChangeAspect="1"/>
          </p:cNvGraphicFramePr>
          <p:nvPr userDrawn="1">
            <p:custDataLst>
              <p:tags r:id="rId1"/>
            </p:custDataLst>
            <p:extLst>
              <p:ext uri="{D42A27DB-BD31-4B8C-83A1-F6EECF244321}">
                <p14:modId xmlns:p14="http://schemas.microsoft.com/office/powerpoint/2010/main" val="89852657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 name="Text Box 2"/>
          <p:cNvSpPr txBox="1">
            <a:spLocks noChangeArrowheads="1"/>
          </p:cNvSpPr>
          <p:nvPr userDrawn="1"/>
        </p:nvSpPr>
        <p:spPr bwMode="auto">
          <a:xfrm>
            <a:off x="378700" y="1620838"/>
            <a:ext cx="9936000" cy="3805238"/>
          </a:xfrm>
          <a:prstGeom prst="rect">
            <a:avLst/>
          </a:prstGeom>
          <a:noFill/>
          <a:ln>
            <a:noFill/>
          </a:ln>
          <a:effectLst/>
          <a:extLst>
            <a:ext uri="{909E8E84-426E-40DD-AFC4-6F175D3DCCD1}">
              <a14:hiddenFill xmlns:a14="http://schemas.microsoft.com/office/drawing/2010/main">
                <a:solidFill>
                  <a:srgbClr val="EBF4FF"/>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6000" tIns="36000" rIns="36000" bIns="36000" numCol="1" anchor="t" anchorCtr="0" compatLnSpc="1">
            <a:prstTxWarp prst="textNoShape">
              <a:avLst/>
            </a:prstTxWarp>
          </a:bodyPr>
          <a:lstStyle/>
          <a:p>
            <a:pPr algn="just" rtl="0">
              <a:lnSpc>
                <a:spcPct val="150000"/>
              </a:lnSpc>
              <a:spcAft>
                <a:spcPts val="600"/>
              </a:spcAft>
            </a:pPr>
            <a:r>
              <a:rPr lang="de-DE" sz="1050" dirty="0">
                <a:latin typeface="+mn-lt"/>
                <a:ea typeface="Times New Roman"/>
                <a:cs typeface="LTUnivers 330 BasicLight"/>
              </a:rPr>
              <a:t>This </a:t>
            </a:r>
            <a:r>
              <a:rPr lang="de-DE" sz="1050" dirty="0" err="1">
                <a:latin typeface="+mn-lt"/>
                <a:ea typeface="Times New Roman"/>
                <a:cs typeface="LTUnivers 330 BasicLight"/>
              </a:rPr>
              <a:t>presentation</a:t>
            </a:r>
            <a:r>
              <a:rPr lang="de-DE" sz="1050" dirty="0">
                <a:latin typeface="+mn-lt"/>
                <a:ea typeface="Times New Roman"/>
                <a:cs typeface="LTUnivers 330 BasicLight"/>
              </a:rPr>
              <a:t> </a:t>
            </a:r>
            <a:r>
              <a:rPr lang="de-DE" sz="1050" dirty="0" err="1">
                <a:latin typeface="+mn-lt"/>
                <a:ea typeface="Times New Roman"/>
                <a:cs typeface="LTUnivers 330 BasicLight"/>
              </a:rPr>
              <a:t>has</a:t>
            </a:r>
            <a:r>
              <a:rPr lang="de-DE" sz="1050" dirty="0">
                <a:latin typeface="+mn-lt"/>
                <a:ea typeface="Times New Roman"/>
                <a:cs typeface="LTUnivers 330 BasicLight"/>
              </a:rPr>
              <a:t> </a:t>
            </a:r>
            <a:r>
              <a:rPr lang="de-DE" sz="1050" dirty="0" err="1">
                <a:latin typeface="+mn-lt"/>
                <a:ea typeface="Times New Roman"/>
                <a:cs typeface="LTUnivers 330 BasicLight"/>
              </a:rPr>
              <a:t>been</a:t>
            </a:r>
            <a:r>
              <a:rPr lang="de-DE" sz="1050" dirty="0">
                <a:latin typeface="+mn-lt"/>
                <a:ea typeface="Times New Roman"/>
                <a:cs typeface="LTUnivers 330 BasicLight"/>
              </a:rPr>
              <a:t> </a:t>
            </a:r>
            <a:r>
              <a:rPr lang="de-DE" sz="1050" dirty="0" err="1">
                <a:latin typeface="+mn-lt"/>
                <a:ea typeface="Times New Roman"/>
                <a:cs typeface="LTUnivers 330 BasicLight"/>
              </a:rPr>
              <a:t>prepared</a:t>
            </a:r>
            <a:r>
              <a:rPr lang="de-DE" sz="1050" dirty="0">
                <a:latin typeface="+mn-lt"/>
                <a:ea typeface="Times New Roman"/>
                <a:cs typeface="LTUnivers 330 BasicLight"/>
              </a:rPr>
              <a:t> </a:t>
            </a:r>
            <a:r>
              <a:rPr lang="de-DE" sz="1050" dirty="0" err="1">
                <a:latin typeface="+mn-lt"/>
                <a:ea typeface="Times New Roman"/>
                <a:cs typeface="LTUnivers 330 BasicLight"/>
              </a:rPr>
              <a:t>by</a:t>
            </a:r>
            <a:r>
              <a:rPr lang="de-DE" sz="1050" dirty="0">
                <a:latin typeface="+mn-lt"/>
                <a:ea typeface="Times New Roman"/>
                <a:cs typeface="LTUnivers 330 BasicLight"/>
              </a:rPr>
              <a:t> B. Metzler GmbH (hereinafter “Metzler Corporate Finance”) and </a:t>
            </a:r>
            <a:r>
              <a:rPr lang="de-DE" sz="1050" dirty="0" err="1">
                <a:latin typeface="+mn-lt"/>
                <a:ea typeface="Times New Roman"/>
                <a:cs typeface="LTUnivers 330 BasicLight"/>
              </a:rPr>
              <a:t>is</a:t>
            </a:r>
            <a:r>
              <a:rPr lang="de-DE" sz="1050" dirty="0">
                <a:latin typeface="+mn-lt"/>
                <a:ea typeface="Times New Roman"/>
                <a:cs typeface="LTUnivers 330 BasicLight"/>
              </a:rPr>
              <a:t> </a:t>
            </a:r>
            <a:r>
              <a:rPr lang="de-DE" sz="1050" dirty="0" err="1">
                <a:latin typeface="+mn-lt"/>
                <a:ea typeface="Times New Roman"/>
                <a:cs typeface="LTUnivers 330 BasicLight"/>
              </a:rPr>
              <a:t>based</a:t>
            </a:r>
            <a:r>
              <a:rPr lang="de-DE" sz="1050" dirty="0">
                <a:latin typeface="+mn-lt"/>
                <a:ea typeface="Times New Roman"/>
                <a:cs typeface="LTUnivers 330 BasicLight"/>
              </a:rPr>
              <a:t> upon </a:t>
            </a:r>
            <a:r>
              <a:rPr lang="de-DE" sz="1050" dirty="0" err="1">
                <a:latin typeface="+mn-lt"/>
                <a:ea typeface="Times New Roman"/>
                <a:cs typeface="LTUnivers 330 BasicLight"/>
              </a:rPr>
              <a:t>information</a:t>
            </a:r>
            <a:r>
              <a:rPr lang="de-DE" sz="1050" dirty="0">
                <a:latin typeface="+mn-lt"/>
                <a:ea typeface="Times New Roman"/>
                <a:cs typeface="LTUnivers 330 BasicLight"/>
              </a:rPr>
              <a:t> </a:t>
            </a:r>
            <a:r>
              <a:rPr lang="de-DE" sz="1050" dirty="0" err="1">
                <a:latin typeface="+mn-lt"/>
                <a:ea typeface="Times New Roman"/>
                <a:cs typeface="LTUnivers 330 BasicLight"/>
              </a:rPr>
              <a:t>we</a:t>
            </a:r>
            <a:r>
              <a:rPr lang="de-DE" sz="1050" dirty="0">
                <a:latin typeface="+mn-lt"/>
                <a:ea typeface="Times New Roman"/>
                <a:cs typeface="LTUnivers 330 BasicLight"/>
              </a:rPr>
              <a:t> </a:t>
            </a:r>
            <a:r>
              <a:rPr lang="de-DE" sz="1050" dirty="0" err="1">
                <a:latin typeface="+mn-lt"/>
                <a:ea typeface="Times New Roman"/>
                <a:cs typeface="LTUnivers 330 BasicLight"/>
              </a:rPr>
              <a:t>believe</a:t>
            </a:r>
            <a:r>
              <a:rPr lang="de-DE" sz="1050" dirty="0">
                <a:latin typeface="+mn-lt"/>
                <a:ea typeface="Times New Roman"/>
                <a:cs typeface="LTUnivers 330 BasicLight"/>
              </a:rPr>
              <a:t> </a:t>
            </a:r>
            <a:r>
              <a:rPr lang="de-DE" sz="1050" dirty="0" err="1">
                <a:latin typeface="+mn-lt"/>
                <a:ea typeface="Times New Roman"/>
                <a:cs typeface="LTUnivers 330 BasicLight"/>
              </a:rPr>
              <a:t>to</a:t>
            </a:r>
            <a:r>
              <a:rPr lang="de-DE" sz="1050" dirty="0">
                <a:latin typeface="+mn-lt"/>
                <a:ea typeface="Times New Roman"/>
                <a:cs typeface="LTUnivers 330 BasicLight"/>
              </a:rPr>
              <a:t> </a:t>
            </a:r>
            <a:r>
              <a:rPr lang="de-DE" sz="1050" dirty="0" err="1">
                <a:latin typeface="+mn-lt"/>
                <a:ea typeface="Times New Roman"/>
                <a:cs typeface="LTUnivers 330 BasicLight"/>
              </a:rPr>
              <a:t>be</a:t>
            </a:r>
            <a:r>
              <a:rPr lang="de-DE" sz="1050" dirty="0">
                <a:latin typeface="+mn-lt"/>
                <a:ea typeface="Times New Roman"/>
                <a:cs typeface="LTUnivers 330 BasicLight"/>
              </a:rPr>
              <a:t> reliable, but </a:t>
            </a:r>
            <a:r>
              <a:rPr lang="de-DE" sz="1050" dirty="0" err="1">
                <a:latin typeface="+mn-lt"/>
                <a:ea typeface="Times New Roman"/>
                <a:cs typeface="LTUnivers 330 BasicLight"/>
              </a:rPr>
              <a:t>we</a:t>
            </a:r>
            <a:r>
              <a:rPr lang="de-DE" sz="1050" dirty="0">
                <a:latin typeface="+mn-lt"/>
                <a:ea typeface="Times New Roman"/>
                <a:cs typeface="LTUnivers 330 BasicLight"/>
              </a:rPr>
              <a:t> </a:t>
            </a:r>
            <a:r>
              <a:rPr lang="de-DE" sz="1050" dirty="0" err="1">
                <a:latin typeface="+mn-lt"/>
                <a:ea typeface="Times New Roman"/>
                <a:cs typeface="LTUnivers 330 BasicLight"/>
              </a:rPr>
              <a:t>make</a:t>
            </a:r>
            <a:r>
              <a:rPr lang="de-DE" sz="1050" dirty="0">
                <a:latin typeface="+mn-lt"/>
                <a:ea typeface="Times New Roman"/>
                <a:cs typeface="LTUnivers 330 BasicLight"/>
              </a:rPr>
              <a:t> </a:t>
            </a:r>
            <a:r>
              <a:rPr lang="de-DE" sz="1050" dirty="0" err="1">
                <a:latin typeface="+mn-lt"/>
                <a:ea typeface="Times New Roman"/>
                <a:cs typeface="LTUnivers 330 BasicLight"/>
              </a:rPr>
              <a:t>no</a:t>
            </a:r>
            <a:r>
              <a:rPr lang="de-DE" sz="1050" dirty="0">
                <a:latin typeface="+mn-lt"/>
                <a:ea typeface="Times New Roman"/>
                <a:cs typeface="LTUnivers 330 BasicLight"/>
              </a:rPr>
              <a:t> </a:t>
            </a:r>
            <a:r>
              <a:rPr lang="de-DE" sz="1050" dirty="0" err="1">
                <a:latin typeface="+mn-lt"/>
                <a:ea typeface="Times New Roman"/>
                <a:cs typeface="LTUnivers 330 BasicLight"/>
              </a:rPr>
              <a:t>representation</a:t>
            </a:r>
            <a:r>
              <a:rPr lang="de-DE" sz="1050" dirty="0">
                <a:latin typeface="+mn-lt"/>
                <a:ea typeface="Times New Roman"/>
                <a:cs typeface="LTUnivers 330 BasicLight"/>
              </a:rPr>
              <a:t> (</a:t>
            </a:r>
            <a:r>
              <a:rPr lang="de-DE" sz="1050" dirty="0" err="1">
                <a:latin typeface="+mn-lt"/>
                <a:ea typeface="Times New Roman"/>
                <a:cs typeface="LTUnivers 330 BasicLight"/>
              </a:rPr>
              <a:t>expressly</a:t>
            </a:r>
            <a:r>
              <a:rPr lang="de-DE" sz="1050" dirty="0">
                <a:latin typeface="+mn-lt"/>
                <a:ea typeface="Times New Roman"/>
                <a:cs typeface="LTUnivers 330 BasicLight"/>
              </a:rPr>
              <a:t> </a:t>
            </a:r>
            <a:r>
              <a:rPr lang="de-DE" sz="1050" dirty="0" err="1">
                <a:latin typeface="+mn-lt"/>
                <a:ea typeface="Times New Roman"/>
                <a:cs typeface="LTUnivers 330 BasicLight"/>
              </a:rPr>
              <a:t>or</a:t>
            </a:r>
            <a:r>
              <a:rPr lang="de-DE" sz="1050" dirty="0">
                <a:latin typeface="+mn-lt"/>
                <a:ea typeface="Times New Roman"/>
                <a:cs typeface="LTUnivers 330 BasicLight"/>
              </a:rPr>
              <a:t> </a:t>
            </a:r>
            <a:r>
              <a:rPr lang="de-DE" sz="1050" dirty="0" err="1">
                <a:latin typeface="+mn-lt"/>
                <a:ea typeface="Times New Roman"/>
                <a:cs typeface="LTUnivers 330 BasicLight"/>
              </a:rPr>
              <a:t>implied</a:t>
            </a:r>
            <a:r>
              <a:rPr lang="de-DE" sz="1050" dirty="0">
                <a:latin typeface="+mn-lt"/>
                <a:ea typeface="Times New Roman"/>
                <a:cs typeface="LTUnivers 330 BasicLight"/>
              </a:rPr>
              <a:t>) </a:t>
            </a:r>
            <a:r>
              <a:rPr lang="de-DE" sz="1050" dirty="0" err="1">
                <a:latin typeface="+mn-lt"/>
                <a:ea typeface="Times New Roman"/>
                <a:cs typeface="LTUnivers 330 BasicLight"/>
              </a:rPr>
              <a:t>as</a:t>
            </a:r>
            <a:r>
              <a:rPr lang="de-DE" sz="1050" dirty="0">
                <a:latin typeface="+mn-lt"/>
                <a:ea typeface="Times New Roman"/>
                <a:cs typeface="LTUnivers 330 BasicLight"/>
              </a:rPr>
              <a:t> </a:t>
            </a:r>
            <a:r>
              <a:rPr lang="de-DE" sz="1050" dirty="0" err="1">
                <a:latin typeface="+mn-lt"/>
                <a:ea typeface="Times New Roman"/>
                <a:cs typeface="LTUnivers 330 BasicLight"/>
              </a:rPr>
              <a:t>to</a:t>
            </a:r>
            <a:r>
              <a:rPr lang="de-DE" sz="1050" dirty="0">
                <a:latin typeface="+mn-lt"/>
                <a:ea typeface="Times New Roman"/>
                <a:cs typeface="LTUnivers 330 BasicLight"/>
              </a:rPr>
              <a:t> </a:t>
            </a:r>
            <a:r>
              <a:rPr lang="de-DE" sz="1050" dirty="0" err="1">
                <a:latin typeface="+mn-lt"/>
                <a:ea typeface="Times New Roman"/>
                <a:cs typeface="LTUnivers 330 BasicLight"/>
              </a:rPr>
              <a:t>the</a:t>
            </a:r>
            <a:r>
              <a:rPr lang="de-DE" sz="1050" dirty="0">
                <a:latin typeface="+mn-lt"/>
                <a:ea typeface="Times New Roman"/>
                <a:cs typeface="LTUnivers 330 BasicLight"/>
              </a:rPr>
              <a:t> </a:t>
            </a:r>
            <a:r>
              <a:rPr lang="de-DE" sz="1050" dirty="0" err="1">
                <a:latin typeface="+mn-lt"/>
                <a:ea typeface="Times New Roman"/>
                <a:cs typeface="LTUnivers 330 BasicLight"/>
              </a:rPr>
              <a:t>accuracy</a:t>
            </a:r>
            <a:r>
              <a:rPr lang="de-DE" sz="1050" dirty="0">
                <a:latin typeface="+mn-lt"/>
                <a:ea typeface="Times New Roman"/>
                <a:cs typeface="LTUnivers 330 BasicLight"/>
              </a:rPr>
              <a:t> </a:t>
            </a:r>
            <a:r>
              <a:rPr lang="de-DE" sz="1050" dirty="0" err="1">
                <a:latin typeface="+mn-lt"/>
                <a:ea typeface="Times New Roman"/>
                <a:cs typeface="LTUnivers 330 BasicLight"/>
              </a:rPr>
              <a:t>or</a:t>
            </a:r>
            <a:r>
              <a:rPr lang="de-DE" sz="1050" dirty="0">
                <a:latin typeface="+mn-lt"/>
                <a:ea typeface="Times New Roman"/>
                <a:cs typeface="LTUnivers 330 BasicLight"/>
              </a:rPr>
              <a:t> </a:t>
            </a:r>
            <a:r>
              <a:rPr lang="de-DE" sz="1050" dirty="0" err="1">
                <a:latin typeface="+mn-lt"/>
                <a:ea typeface="Times New Roman"/>
                <a:cs typeface="LTUnivers 330 BasicLight"/>
              </a:rPr>
              <a:t>completeness</a:t>
            </a:r>
            <a:r>
              <a:rPr lang="de-DE" sz="1050" dirty="0">
                <a:latin typeface="+mn-lt"/>
                <a:ea typeface="Times New Roman"/>
                <a:cs typeface="LTUnivers 330 BasicLight"/>
              </a:rPr>
              <a:t> </a:t>
            </a:r>
            <a:r>
              <a:rPr lang="de-DE" sz="1050" dirty="0" err="1">
                <a:latin typeface="+mn-lt"/>
                <a:ea typeface="Times New Roman"/>
                <a:cs typeface="LTUnivers 330 BasicLight"/>
              </a:rPr>
              <a:t>of</a:t>
            </a:r>
            <a:r>
              <a:rPr lang="de-DE" sz="1050" dirty="0">
                <a:latin typeface="+mn-lt"/>
                <a:ea typeface="Times New Roman"/>
                <a:cs typeface="LTUnivers 330 BasicLight"/>
              </a:rPr>
              <a:t> such </a:t>
            </a:r>
            <a:r>
              <a:rPr lang="de-DE" sz="1050" dirty="0" err="1">
                <a:latin typeface="+mn-lt"/>
                <a:ea typeface="Times New Roman"/>
                <a:cs typeface="LTUnivers 330 BasicLight"/>
              </a:rPr>
              <a:t>information</a:t>
            </a:r>
            <a:r>
              <a:rPr lang="de-DE" sz="1050" dirty="0">
                <a:latin typeface="+mn-lt"/>
                <a:ea typeface="Times New Roman"/>
                <a:cs typeface="LTUnivers 330 BasicLight"/>
              </a:rPr>
              <a:t>. In </a:t>
            </a:r>
            <a:r>
              <a:rPr lang="de-DE" sz="1050" dirty="0" err="1">
                <a:latin typeface="+mn-lt"/>
                <a:ea typeface="Times New Roman"/>
                <a:cs typeface="LTUnivers 330 BasicLight"/>
              </a:rPr>
              <a:t>furnishing</a:t>
            </a:r>
            <a:r>
              <a:rPr lang="de-DE" sz="1050" dirty="0">
                <a:latin typeface="+mn-lt"/>
                <a:ea typeface="Times New Roman"/>
                <a:cs typeface="LTUnivers 330 BasicLight"/>
              </a:rPr>
              <a:t> </a:t>
            </a:r>
            <a:r>
              <a:rPr lang="de-DE" sz="1050" dirty="0" err="1">
                <a:latin typeface="+mn-lt"/>
                <a:ea typeface="Times New Roman"/>
                <a:cs typeface="LTUnivers 330 BasicLight"/>
              </a:rPr>
              <a:t>this</a:t>
            </a:r>
            <a:r>
              <a:rPr lang="de-DE" sz="1050" dirty="0">
                <a:latin typeface="+mn-lt"/>
                <a:ea typeface="Times New Roman"/>
                <a:cs typeface="LTUnivers 330 BasicLight"/>
              </a:rPr>
              <a:t> </a:t>
            </a:r>
            <a:r>
              <a:rPr lang="de-DE" sz="1050" dirty="0" err="1">
                <a:latin typeface="+mn-lt"/>
                <a:ea typeface="Times New Roman"/>
                <a:cs typeface="LTUnivers 330 BasicLight"/>
              </a:rPr>
              <a:t>presentation</a:t>
            </a:r>
            <a:r>
              <a:rPr lang="de-DE" sz="1050" dirty="0">
                <a:latin typeface="+mn-lt"/>
                <a:ea typeface="Times New Roman"/>
                <a:cs typeface="LTUnivers 330 BasicLight"/>
              </a:rPr>
              <a:t> Metzler Corporate Finance </a:t>
            </a:r>
            <a:r>
              <a:rPr lang="de-DE" sz="1050" dirty="0" err="1">
                <a:latin typeface="+mn-lt"/>
                <a:ea typeface="Times New Roman"/>
                <a:cs typeface="LTUnivers 330 BasicLight"/>
              </a:rPr>
              <a:t>is</a:t>
            </a:r>
            <a:r>
              <a:rPr lang="de-DE" sz="1050" dirty="0">
                <a:latin typeface="+mn-lt"/>
                <a:ea typeface="Times New Roman"/>
                <a:cs typeface="LTUnivers 330 BasicLight"/>
              </a:rPr>
              <a:t> not </a:t>
            </a:r>
            <a:r>
              <a:rPr lang="de-DE" sz="1050" dirty="0" err="1">
                <a:latin typeface="+mn-lt"/>
                <a:ea typeface="Times New Roman"/>
                <a:cs typeface="LTUnivers 330 BasicLight"/>
              </a:rPr>
              <a:t>obligated</a:t>
            </a:r>
            <a:r>
              <a:rPr lang="de-DE" sz="1050" dirty="0">
                <a:latin typeface="+mn-lt"/>
                <a:ea typeface="Times New Roman"/>
                <a:cs typeface="LTUnivers 330 BasicLight"/>
              </a:rPr>
              <a:t> </a:t>
            </a:r>
            <a:r>
              <a:rPr lang="de-DE" sz="1050" dirty="0" err="1">
                <a:latin typeface="+mn-lt"/>
                <a:ea typeface="Times New Roman"/>
                <a:cs typeface="LTUnivers 330 BasicLight"/>
              </a:rPr>
              <a:t>to</a:t>
            </a:r>
            <a:r>
              <a:rPr lang="de-DE" sz="1050" dirty="0">
                <a:latin typeface="+mn-lt"/>
                <a:ea typeface="Times New Roman"/>
                <a:cs typeface="LTUnivers 330 BasicLight"/>
              </a:rPr>
              <a:t> </a:t>
            </a:r>
            <a:r>
              <a:rPr lang="de-DE" sz="1050" dirty="0" err="1">
                <a:latin typeface="+mn-lt"/>
                <a:ea typeface="Times New Roman"/>
                <a:cs typeface="LTUnivers 330 BasicLight"/>
              </a:rPr>
              <a:t>provide</a:t>
            </a:r>
            <a:r>
              <a:rPr lang="de-DE" sz="1050" dirty="0">
                <a:latin typeface="+mn-lt"/>
                <a:ea typeface="Times New Roman"/>
                <a:cs typeface="LTUnivers 330 BasicLight"/>
              </a:rPr>
              <a:t> </a:t>
            </a:r>
            <a:r>
              <a:rPr lang="de-DE" sz="1050" dirty="0" err="1">
                <a:latin typeface="+mn-lt"/>
                <a:ea typeface="Times New Roman"/>
                <a:cs typeface="LTUnivers 330 BasicLight"/>
              </a:rPr>
              <a:t>any</a:t>
            </a:r>
            <a:r>
              <a:rPr lang="de-DE" sz="1050" dirty="0">
                <a:latin typeface="+mn-lt"/>
                <a:ea typeface="Times New Roman"/>
                <a:cs typeface="LTUnivers 330 BasicLight"/>
              </a:rPr>
              <a:t> additional </a:t>
            </a:r>
            <a:r>
              <a:rPr lang="de-DE" sz="1050" dirty="0" err="1">
                <a:latin typeface="+mn-lt"/>
                <a:ea typeface="Times New Roman"/>
                <a:cs typeface="LTUnivers 330 BasicLight"/>
              </a:rPr>
              <a:t>information</a:t>
            </a:r>
            <a:r>
              <a:rPr lang="de-DE" sz="1050" dirty="0">
                <a:latin typeface="+mn-lt"/>
                <a:ea typeface="Times New Roman"/>
                <a:cs typeface="LTUnivers 330 BasicLight"/>
              </a:rPr>
              <a:t>, </a:t>
            </a:r>
            <a:r>
              <a:rPr lang="de-DE" sz="1050" dirty="0" err="1">
                <a:latin typeface="+mn-lt"/>
                <a:ea typeface="Times New Roman"/>
                <a:cs typeface="LTUnivers 330 BasicLight"/>
              </a:rPr>
              <a:t>to</a:t>
            </a:r>
            <a:r>
              <a:rPr lang="de-DE" sz="1050" dirty="0">
                <a:latin typeface="+mn-lt"/>
                <a:ea typeface="Times New Roman"/>
                <a:cs typeface="LTUnivers 330 BasicLight"/>
              </a:rPr>
              <a:t> update </a:t>
            </a:r>
            <a:r>
              <a:rPr lang="de-DE" sz="1050" dirty="0" err="1">
                <a:latin typeface="+mn-lt"/>
                <a:ea typeface="Times New Roman"/>
                <a:cs typeface="LTUnivers 330 BasicLight"/>
              </a:rPr>
              <a:t>or</a:t>
            </a:r>
            <a:r>
              <a:rPr lang="de-DE" sz="1050" dirty="0">
                <a:latin typeface="+mn-lt"/>
                <a:ea typeface="Times New Roman"/>
                <a:cs typeface="LTUnivers 330 BasicLight"/>
              </a:rPr>
              <a:t> </a:t>
            </a:r>
            <a:r>
              <a:rPr lang="de-DE" sz="1050" dirty="0" err="1">
                <a:latin typeface="+mn-lt"/>
                <a:ea typeface="Times New Roman"/>
                <a:cs typeface="LTUnivers 330 BasicLight"/>
              </a:rPr>
              <a:t>to</a:t>
            </a:r>
            <a:r>
              <a:rPr lang="de-DE" sz="1050" dirty="0">
                <a:latin typeface="+mn-lt"/>
                <a:ea typeface="Times New Roman"/>
                <a:cs typeface="LTUnivers 330 BasicLight"/>
              </a:rPr>
              <a:t> </a:t>
            </a:r>
            <a:r>
              <a:rPr lang="de-DE" sz="1050" dirty="0" err="1">
                <a:latin typeface="+mn-lt"/>
                <a:ea typeface="Times New Roman"/>
                <a:cs typeface="LTUnivers 330 BasicLight"/>
              </a:rPr>
              <a:t>correct</a:t>
            </a:r>
            <a:r>
              <a:rPr lang="de-DE" sz="1050" dirty="0">
                <a:latin typeface="+mn-lt"/>
                <a:ea typeface="Times New Roman"/>
                <a:cs typeface="LTUnivers 330 BasicLight"/>
              </a:rPr>
              <a:t> </a:t>
            </a:r>
            <a:r>
              <a:rPr lang="de-DE" sz="1050" dirty="0" err="1">
                <a:latin typeface="+mn-lt"/>
                <a:ea typeface="Times New Roman"/>
                <a:cs typeface="LTUnivers 330 BasicLight"/>
              </a:rPr>
              <a:t>this</a:t>
            </a:r>
            <a:r>
              <a:rPr lang="de-DE" sz="1050" dirty="0">
                <a:latin typeface="+mn-lt"/>
                <a:ea typeface="Times New Roman"/>
                <a:cs typeface="LTUnivers 330 BasicLight"/>
              </a:rPr>
              <a:t> </a:t>
            </a:r>
            <a:r>
              <a:rPr lang="de-DE" sz="1050" dirty="0" err="1">
                <a:latin typeface="+mn-lt"/>
                <a:ea typeface="Times New Roman"/>
                <a:cs typeface="LTUnivers 330 BasicLight"/>
              </a:rPr>
              <a:t>presentation</a:t>
            </a:r>
            <a:r>
              <a:rPr lang="de-DE" sz="1050" dirty="0">
                <a:latin typeface="+mn-lt"/>
                <a:ea typeface="Times New Roman"/>
                <a:cs typeface="LTUnivers 330 BasicLight"/>
              </a:rPr>
              <a:t>. Metzler Corporate Finance </a:t>
            </a:r>
            <a:r>
              <a:rPr lang="de-DE" sz="1050" dirty="0" err="1">
                <a:latin typeface="+mn-lt"/>
                <a:ea typeface="Times New Roman"/>
                <a:cs typeface="LTUnivers 330 BasicLight"/>
              </a:rPr>
              <a:t>expressly</a:t>
            </a:r>
            <a:r>
              <a:rPr lang="de-DE" sz="1050" dirty="0">
                <a:latin typeface="+mn-lt"/>
                <a:ea typeface="Times New Roman"/>
                <a:cs typeface="LTUnivers 330 BasicLight"/>
              </a:rPr>
              <a:t> </a:t>
            </a:r>
            <a:r>
              <a:rPr lang="de-DE" sz="1050" dirty="0" err="1">
                <a:latin typeface="+mn-lt"/>
                <a:ea typeface="Times New Roman"/>
                <a:cs typeface="LTUnivers 330 BasicLight"/>
              </a:rPr>
              <a:t>disclaims</a:t>
            </a:r>
            <a:r>
              <a:rPr lang="de-DE" sz="1050" dirty="0">
                <a:latin typeface="+mn-lt"/>
                <a:ea typeface="Times New Roman"/>
                <a:cs typeface="LTUnivers 330 BasicLight"/>
              </a:rPr>
              <a:t> </a:t>
            </a:r>
            <a:r>
              <a:rPr lang="de-DE" sz="1050" dirty="0" err="1">
                <a:latin typeface="+mn-lt"/>
                <a:ea typeface="Times New Roman"/>
                <a:cs typeface="LTUnivers 330 BasicLight"/>
              </a:rPr>
              <a:t>any</a:t>
            </a:r>
            <a:r>
              <a:rPr lang="de-DE" sz="1050" dirty="0">
                <a:latin typeface="+mn-lt"/>
                <a:ea typeface="Times New Roman"/>
                <a:cs typeface="LTUnivers 330 BasicLight"/>
              </a:rPr>
              <a:t> </a:t>
            </a:r>
            <a:r>
              <a:rPr lang="de-DE" sz="1050" dirty="0" err="1">
                <a:latin typeface="+mn-lt"/>
                <a:ea typeface="Times New Roman"/>
                <a:cs typeface="LTUnivers 330 BasicLight"/>
              </a:rPr>
              <a:t>liability</a:t>
            </a:r>
            <a:r>
              <a:rPr lang="de-DE" sz="1050" dirty="0">
                <a:latin typeface="+mn-lt"/>
                <a:ea typeface="Times New Roman"/>
                <a:cs typeface="LTUnivers 330 BasicLight"/>
              </a:rPr>
              <a:t> </a:t>
            </a:r>
            <a:r>
              <a:rPr lang="de-DE" sz="1050" dirty="0" err="1">
                <a:latin typeface="+mn-lt"/>
                <a:ea typeface="Times New Roman"/>
                <a:cs typeface="LTUnivers 330 BasicLight"/>
              </a:rPr>
              <a:t>for</a:t>
            </a:r>
            <a:r>
              <a:rPr lang="de-DE" sz="1050" dirty="0">
                <a:latin typeface="+mn-lt"/>
                <a:ea typeface="Times New Roman"/>
                <a:cs typeface="LTUnivers 330 BasicLight"/>
              </a:rPr>
              <a:t> </a:t>
            </a:r>
            <a:r>
              <a:rPr lang="de-DE" sz="1050" dirty="0" err="1">
                <a:latin typeface="+mn-lt"/>
                <a:ea typeface="Times New Roman"/>
                <a:cs typeface="LTUnivers 330 BasicLight"/>
              </a:rPr>
              <a:t>the</a:t>
            </a:r>
            <a:r>
              <a:rPr lang="de-DE" sz="1050" dirty="0">
                <a:latin typeface="+mn-lt"/>
                <a:ea typeface="Times New Roman"/>
                <a:cs typeface="LTUnivers 330 BasicLight"/>
              </a:rPr>
              <a:t> </a:t>
            </a:r>
            <a:r>
              <a:rPr lang="de-DE" sz="1050" dirty="0" err="1">
                <a:latin typeface="+mn-lt"/>
                <a:ea typeface="Times New Roman"/>
                <a:cs typeface="LTUnivers 330 BasicLight"/>
              </a:rPr>
              <a:t>contents</a:t>
            </a:r>
            <a:r>
              <a:rPr lang="de-DE" sz="1050" dirty="0">
                <a:latin typeface="+mn-lt"/>
                <a:ea typeface="Times New Roman"/>
                <a:cs typeface="LTUnivers 330 BasicLight"/>
              </a:rPr>
              <a:t> </a:t>
            </a:r>
            <a:r>
              <a:rPr lang="de-DE" sz="1050" dirty="0" err="1">
                <a:latin typeface="+mn-lt"/>
                <a:ea typeface="Times New Roman"/>
                <a:cs typeface="LTUnivers 330 BasicLight"/>
              </a:rPr>
              <a:t>or</a:t>
            </a:r>
            <a:r>
              <a:rPr lang="de-DE" sz="1050" dirty="0">
                <a:latin typeface="+mn-lt"/>
                <a:ea typeface="Times New Roman"/>
                <a:cs typeface="LTUnivers 330 BasicLight"/>
              </a:rPr>
              <a:t> </a:t>
            </a:r>
            <a:r>
              <a:rPr lang="de-DE" sz="1050" dirty="0" err="1">
                <a:latin typeface="+mn-lt"/>
                <a:ea typeface="Times New Roman"/>
                <a:cs typeface="LTUnivers 330 BasicLight"/>
              </a:rPr>
              <a:t>any</a:t>
            </a:r>
            <a:r>
              <a:rPr lang="de-DE" sz="1050" dirty="0">
                <a:latin typeface="+mn-lt"/>
                <a:ea typeface="Times New Roman"/>
                <a:cs typeface="LTUnivers 330 BasicLight"/>
              </a:rPr>
              <a:t> </a:t>
            </a:r>
            <a:r>
              <a:rPr lang="de-DE" sz="1050" dirty="0" err="1">
                <a:latin typeface="+mn-lt"/>
                <a:ea typeface="Times New Roman"/>
                <a:cs typeface="LTUnivers 330 BasicLight"/>
              </a:rPr>
              <a:t>omissions</a:t>
            </a:r>
            <a:r>
              <a:rPr lang="de-DE" sz="1050" dirty="0">
                <a:latin typeface="+mn-lt"/>
                <a:ea typeface="Times New Roman"/>
                <a:cs typeface="LTUnivers 330 BasicLight"/>
              </a:rPr>
              <a:t> </a:t>
            </a:r>
            <a:r>
              <a:rPr lang="de-DE" sz="1050" dirty="0" err="1">
                <a:latin typeface="+mn-lt"/>
                <a:ea typeface="Times New Roman"/>
                <a:cs typeface="LTUnivers 330 BasicLight"/>
              </a:rPr>
              <a:t>regarding</a:t>
            </a:r>
            <a:r>
              <a:rPr lang="de-DE" sz="1050" dirty="0">
                <a:latin typeface="+mn-lt"/>
                <a:ea typeface="Times New Roman"/>
                <a:cs typeface="LTUnivers 330 BasicLight"/>
              </a:rPr>
              <a:t> </a:t>
            </a:r>
            <a:r>
              <a:rPr lang="de-DE" sz="1050" dirty="0" err="1">
                <a:latin typeface="+mn-lt"/>
                <a:ea typeface="Times New Roman"/>
                <a:cs typeface="LTUnivers 330 BasicLight"/>
              </a:rPr>
              <a:t>this</a:t>
            </a:r>
            <a:r>
              <a:rPr lang="de-DE" sz="1050" dirty="0">
                <a:latin typeface="+mn-lt"/>
                <a:ea typeface="Times New Roman"/>
                <a:cs typeface="LTUnivers 330 BasicLight"/>
              </a:rPr>
              <a:t> </a:t>
            </a:r>
            <a:r>
              <a:rPr lang="de-DE" sz="1050" dirty="0" err="1">
                <a:latin typeface="+mn-lt"/>
                <a:ea typeface="Times New Roman"/>
                <a:cs typeface="LTUnivers 330 BasicLight"/>
              </a:rPr>
              <a:t>presentation</a:t>
            </a:r>
            <a:r>
              <a:rPr lang="de-DE" sz="1050" dirty="0">
                <a:latin typeface="+mn-lt"/>
                <a:ea typeface="Times New Roman"/>
                <a:cs typeface="LTUnivers 330 BasicLight"/>
              </a:rPr>
              <a:t> </a:t>
            </a:r>
            <a:r>
              <a:rPr lang="de-DE" sz="1050" dirty="0" err="1">
                <a:latin typeface="+mn-lt"/>
                <a:ea typeface="Times New Roman"/>
                <a:cs typeface="LTUnivers 330 BasicLight"/>
              </a:rPr>
              <a:t>or</a:t>
            </a:r>
            <a:r>
              <a:rPr lang="de-DE" sz="1050" dirty="0">
                <a:latin typeface="+mn-lt"/>
                <a:ea typeface="Times New Roman"/>
                <a:cs typeface="LTUnivers 330 BasicLight"/>
              </a:rPr>
              <a:t> </a:t>
            </a:r>
            <a:r>
              <a:rPr lang="de-DE" sz="1050" dirty="0" err="1">
                <a:latin typeface="+mn-lt"/>
                <a:ea typeface="Times New Roman"/>
                <a:cs typeface="LTUnivers 330 BasicLight"/>
              </a:rPr>
              <a:t>any</a:t>
            </a:r>
            <a:r>
              <a:rPr lang="de-DE" sz="1050" dirty="0">
                <a:latin typeface="+mn-lt"/>
                <a:ea typeface="Times New Roman"/>
                <a:cs typeface="LTUnivers 330 BasicLight"/>
              </a:rPr>
              <a:t> </a:t>
            </a:r>
            <a:r>
              <a:rPr lang="de-DE" sz="1050" dirty="0" err="1">
                <a:latin typeface="+mn-lt"/>
                <a:ea typeface="Times New Roman"/>
                <a:cs typeface="LTUnivers 330 BasicLight"/>
              </a:rPr>
              <a:t>other</a:t>
            </a:r>
            <a:r>
              <a:rPr lang="de-DE" sz="1050" dirty="0">
                <a:latin typeface="+mn-lt"/>
                <a:ea typeface="Times New Roman"/>
                <a:cs typeface="LTUnivers 330 BasicLight"/>
              </a:rPr>
              <a:t> </a:t>
            </a:r>
            <a:r>
              <a:rPr lang="de-DE" sz="1050" dirty="0" err="1">
                <a:latin typeface="+mn-lt"/>
                <a:ea typeface="Times New Roman"/>
                <a:cs typeface="LTUnivers 330 BasicLight"/>
              </a:rPr>
              <a:t>information</a:t>
            </a:r>
            <a:r>
              <a:rPr lang="de-DE" sz="1050" dirty="0">
                <a:latin typeface="+mn-lt"/>
                <a:ea typeface="Times New Roman"/>
                <a:cs typeface="LTUnivers 330 BasicLight"/>
              </a:rPr>
              <a:t> </a:t>
            </a:r>
            <a:r>
              <a:rPr lang="de-DE" sz="1050" dirty="0" err="1">
                <a:latin typeface="+mn-lt"/>
                <a:ea typeface="Times New Roman"/>
                <a:cs typeface="LTUnivers 330 BasicLight"/>
              </a:rPr>
              <a:t>made</a:t>
            </a:r>
            <a:r>
              <a:rPr lang="de-DE" sz="1050" dirty="0">
                <a:latin typeface="+mn-lt"/>
                <a:ea typeface="Times New Roman"/>
                <a:cs typeface="LTUnivers 330 BasicLight"/>
              </a:rPr>
              <a:t> </a:t>
            </a:r>
            <a:r>
              <a:rPr lang="de-DE" sz="1050" dirty="0" err="1">
                <a:latin typeface="+mn-lt"/>
                <a:ea typeface="Times New Roman"/>
                <a:cs typeface="LTUnivers 330 BasicLight"/>
              </a:rPr>
              <a:t>available</a:t>
            </a:r>
            <a:r>
              <a:rPr lang="de-DE" sz="1050" dirty="0">
                <a:latin typeface="+mn-lt"/>
                <a:ea typeface="Times New Roman"/>
                <a:cs typeface="LTUnivers 330 BasicLight"/>
              </a:rPr>
              <a:t> in </a:t>
            </a:r>
            <a:r>
              <a:rPr lang="de-DE" sz="1050" dirty="0" err="1">
                <a:latin typeface="+mn-lt"/>
                <a:ea typeface="Times New Roman"/>
                <a:cs typeface="LTUnivers 330 BasicLight"/>
              </a:rPr>
              <a:t>writing</a:t>
            </a:r>
            <a:r>
              <a:rPr lang="de-DE" sz="1050" dirty="0">
                <a:latin typeface="+mn-lt"/>
                <a:ea typeface="Times New Roman"/>
                <a:cs typeface="LTUnivers 330 BasicLight"/>
              </a:rPr>
              <a:t>, </a:t>
            </a:r>
            <a:r>
              <a:rPr lang="de-DE" sz="1050" dirty="0" err="1">
                <a:latin typeface="+mn-lt"/>
                <a:ea typeface="Times New Roman"/>
                <a:cs typeface="LTUnivers 330 BasicLight"/>
              </a:rPr>
              <a:t>orally</a:t>
            </a:r>
            <a:r>
              <a:rPr lang="de-DE" sz="1050" dirty="0">
                <a:latin typeface="+mn-lt"/>
                <a:ea typeface="Times New Roman"/>
                <a:cs typeface="LTUnivers 330 BasicLight"/>
              </a:rPr>
              <a:t> </a:t>
            </a:r>
            <a:r>
              <a:rPr lang="de-DE" sz="1050" dirty="0" err="1">
                <a:latin typeface="+mn-lt"/>
                <a:ea typeface="Times New Roman"/>
                <a:cs typeface="LTUnivers 330 BasicLight"/>
              </a:rPr>
              <a:t>or</a:t>
            </a:r>
            <a:r>
              <a:rPr lang="de-DE" sz="1050" dirty="0">
                <a:latin typeface="+mn-lt"/>
                <a:ea typeface="Times New Roman"/>
                <a:cs typeface="LTUnivers 330 BasicLight"/>
              </a:rPr>
              <a:t> </a:t>
            </a:r>
            <a:r>
              <a:rPr lang="de-DE" sz="1050" dirty="0" err="1">
                <a:latin typeface="+mn-lt"/>
                <a:ea typeface="Times New Roman"/>
                <a:cs typeface="LTUnivers 330 BasicLight"/>
              </a:rPr>
              <a:t>otherwise</a:t>
            </a:r>
            <a:r>
              <a:rPr lang="de-DE" sz="1050" dirty="0">
                <a:latin typeface="+mn-lt"/>
                <a:ea typeface="Times New Roman"/>
                <a:cs typeface="LTUnivers 330 BasicLight"/>
              </a:rPr>
              <a:t>. The </a:t>
            </a:r>
            <a:r>
              <a:rPr lang="de-DE" sz="1050" dirty="0" err="1">
                <a:latin typeface="+mn-lt"/>
                <a:ea typeface="Times New Roman"/>
                <a:cs typeface="LTUnivers 330 BasicLight"/>
              </a:rPr>
              <a:t>recipient</a:t>
            </a:r>
            <a:r>
              <a:rPr lang="de-DE" sz="1050" dirty="0">
                <a:latin typeface="+mn-lt"/>
                <a:ea typeface="Times New Roman"/>
                <a:cs typeface="LTUnivers 330 BasicLight"/>
              </a:rPr>
              <a:t> </a:t>
            </a:r>
            <a:r>
              <a:rPr lang="de-DE" sz="1050" dirty="0" err="1">
                <a:latin typeface="+mn-lt"/>
                <a:ea typeface="Times New Roman"/>
                <a:cs typeface="LTUnivers 330 BasicLight"/>
              </a:rPr>
              <a:t>undertakes</a:t>
            </a:r>
            <a:r>
              <a:rPr lang="de-DE" sz="1050" dirty="0">
                <a:latin typeface="+mn-lt"/>
                <a:ea typeface="Times New Roman"/>
                <a:cs typeface="LTUnivers 330 BasicLight"/>
              </a:rPr>
              <a:t> </a:t>
            </a:r>
            <a:r>
              <a:rPr lang="de-DE" sz="1050" dirty="0" err="1">
                <a:latin typeface="+mn-lt"/>
                <a:ea typeface="Times New Roman"/>
                <a:cs typeface="LTUnivers 330 BasicLight"/>
              </a:rPr>
              <a:t>to</a:t>
            </a:r>
            <a:r>
              <a:rPr lang="de-DE" sz="1050" dirty="0">
                <a:latin typeface="+mn-lt"/>
                <a:ea typeface="Times New Roman"/>
                <a:cs typeface="LTUnivers 330 BasicLight"/>
              </a:rPr>
              <a:t> </a:t>
            </a:r>
            <a:r>
              <a:rPr lang="de-DE" sz="1050" dirty="0" err="1">
                <a:latin typeface="+mn-lt"/>
                <a:ea typeface="Times New Roman"/>
                <a:cs typeface="LTUnivers 330 BasicLight"/>
              </a:rPr>
              <a:t>treat</a:t>
            </a:r>
            <a:r>
              <a:rPr lang="de-DE" sz="1050" dirty="0">
                <a:latin typeface="+mn-lt"/>
                <a:ea typeface="Times New Roman"/>
                <a:cs typeface="LTUnivers 330 BasicLight"/>
              </a:rPr>
              <a:t> </a:t>
            </a:r>
            <a:r>
              <a:rPr lang="de-DE" sz="1050" dirty="0" err="1">
                <a:latin typeface="+mn-lt"/>
                <a:ea typeface="Times New Roman"/>
                <a:cs typeface="LTUnivers 330 BasicLight"/>
              </a:rPr>
              <a:t>this</a:t>
            </a:r>
            <a:r>
              <a:rPr lang="de-DE" sz="1050" dirty="0">
                <a:latin typeface="+mn-lt"/>
                <a:ea typeface="Times New Roman"/>
                <a:cs typeface="LTUnivers 330 BasicLight"/>
              </a:rPr>
              <a:t> </a:t>
            </a:r>
            <a:r>
              <a:rPr lang="de-DE" sz="1050" dirty="0" err="1">
                <a:latin typeface="+mn-lt"/>
                <a:ea typeface="Times New Roman"/>
                <a:cs typeface="LTUnivers 330 BasicLight"/>
              </a:rPr>
              <a:t>document</a:t>
            </a:r>
            <a:r>
              <a:rPr lang="de-DE" sz="1050" dirty="0">
                <a:latin typeface="+mn-lt"/>
                <a:ea typeface="Times New Roman"/>
                <a:cs typeface="LTUnivers 330 BasicLight"/>
              </a:rPr>
              <a:t> and </a:t>
            </a:r>
            <a:r>
              <a:rPr lang="de-DE" sz="1050" dirty="0" err="1">
                <a:latin typeface="+mn-lt"/>
                <a:ea typeface="Times New Roman"/>
                <a:cs typeface="LTUnivers 330 BasicLight"/>
              </a:rPr>
              <a:t>the</a:t>
            </a:r>
            <a:r>
              <a:rPr lang="de-DE" sz="1050" dirty="0">
                <a:latin typeface="+mn-lt"/>
                <a:ea typeface="Times New Roman"/>
                <a:cs typeface="LTUnivers 330 BasicLight"/>
              </a:rPr>
              <a:t> </a:t>
            </a:r>
            <a:r>
              <a:rPr lang="de-DE" sz="1050" dirty="0" err="1">
                <a:latin typeface="+mn-lt"/>
                <a:ea typeface="Times New Roman"/>
                <a:cs typeface="LTUnivers 330 BasicLight"/>
              </a:rPr>
              <a:t>information</a:t>
            </a:r>
            <a:r>
              <a:rPr lang="de-DE" sz="1050" dirty="0">
                <a:latin typeface="+mn-lt"/>
                <a:ea typeface="Times New Roman"/>
                <a:cs typeface="LTUnivers 330 BasicLight"/>
              </a:rPr>
              <a:t> </a:t>
            </a:r>
            <a:r>
              <a:rPr lang="de-DE" sz="1050" dirty="0" err="1">
                <a:latin typeface="+mn-lt"/>
                <a:ea typeface="Times New Roman"/>
                <a:cs typeface="LTUnivers 330 BasicLight"/>
              </a:rPr>
              <a:t>therein</a:t>
            </a:r>
            <a:r>
              <a:rPr lang="de-DE" sz="1050" dirty="0">
                <a:latin typeface="+mn-lt"/>
                <a:ea typeface="Times New Roman"/>
                <a:cs typeface="LTUnivers 330 BasicLight"/>
              </a:rPr>
              <a:t> </a:t>
            </a:r>
            <a:r>
              <a:rPr lang="de-DE" sz="1050" dirty="0" err="1">
                <a:latin typeface="+mn-lt"/>
                <a:ea typeface="Times New Roman"/>
                <a:cs typeface="LTUnivers 330 BasicLight"/>
              </a:rPr>
              <a:t>as</a:t>
            </a:r>
            <a:r>
              <a:rPr lang="de-DE" sz="1050" dirty="0">
                <a:latin typeface="+mn-lt"/>
                <a:ea typeface="Times New Roman"/>
                <a:cs typeface="LTUnivers 330 BasicLight"/>
              </a:rPr>
              <a:t> </a:t>
            </a:r>
            <a:r>
              <a:rPr lang="de-DE" sz="1050" dirty="0" err="1">
                <a:latin typeface="+mn-lt"/>
                <a:ea typeface="Times New Roman"/>
                <a:cs typeface="LTUnivers 330 BasicLight"/>
              </a:rPr>
              <a:t>strictly</a:t>
            </a:r>
            <a:r>
              <a:rPr lang="de-DE" sz="1050" dirty="0">
                <a:latin typeface="+mn-lt"/>
                <a:ea typeface="Times New Roman"/>
                <a:cs typeface="LTUnivers 330 BasicLight"/>
              </a:rPr>
              <a:t> </a:t>
            </a:r>
            <a:r>
              <a:rPr lang="de-DE" sz="1050" dirty="0" err="1">
                <a:latin typeface="+mn-lt"/>
                <a:ea typeface="Times New Roman"/>
                <a:cs typeface="LTUnivers 330 BasicLight"/>
              </a:rPr>
              <a:t>confidential</a:t>
            </a:r>
            <a:r>
              <a:rPr lang="de-DE" sz="1050" dirty="0">
                <a:latin typeface="+mn-lt"/>
                <a:ea typeface="Times New Roman"/>
                <a:cs typeface="LTUnivers 330 BasicLight"/>
              </a:rPr>
              <a:t>. This </a:t>
            </a:r>
            <a:r>
              <a:rPr lang="de-DE" sz="1050" dirty="0" err="1">
                <a:latin typeface="+mn-lt"/>
                <a:ea typeface="Times New Roman"/>
                <a:cs typeface="LTUnivers 330 BasicLight"/>
              </a:rPr>
              <a:t>document</a:t>
            </a:r>
            <a:r>
              <a:rPr lang="de-DE" sz="1050" dirty="0">
                <a:latin typeface="+mn-lt"/>
                <a:ea typeface="Times New Roman"/>
                <a:cs typeface="LTUnivers 330 BasicLight"/>
              </a:rPr>
              <a:t> </a:t>
            </a:r>
            <a:r>
              <a:rPr lang="de-DE" sz="1050" dirty="0" err="1">
                <a:latin typeface="+mn-lt"/>
                <a:ea typeface="Times New Roman"/>
                <a:cs typeface="LTUnivers 330 BasicLight"/>
              </a:rPr>
              <a:t>does</a:t>
            </a:r>
            <a:r>
              <a:rPr lang="de-DE" sz="1050" dirty="0">
                <a:latin typeface="+mn-lt"/>
                <a:ea typeface="Times New Roman"/>
                <a:cs typeface="LTUnivers 330 BasicLight"/>
              </a:rPr>
              <a:t> not </a:t>
            </a:r>
            <a:r>
              <a:rPr lang="de-DE" sz="1050" dirty="0" err="1">
                <a:latin typeface="+mn-lt"/>
                <a:ea typeface="Times New Roman"/>
                <a:cs typeface="LTUnivers 330 BasicLight"/>
              </a:rPr>
              <a:t>serve</a:t>
            </a:r>
            <a:r>
              <a:rPr lang="de-DE" sz="1050" dirty="0">
                <a:latin typeface="+mn-lt"/>
                <a:ea typeface="Times New Roman"/>
                <a:cs typeface="LTUnivers 330 BasicLight"/>
              </a:rPr>
              <a:t> </a:t>
            </a:r>
            <a:r>
              <a:rPr lang="de-DE" sz="1050" dirty="0" err="1">
                <a:latin typeface="+mn-lt"/>
                <a:ea typeface="Times New Roman"/>
                <a:cs typeface="LTUnivers 330 BasicLight"/>
              </a:rPr>
              <a:t>as</a:t>
            </a:r>
            <a:r>
              <a:rPr lang="de-DE" sz="1050" dirty="0">
                <a:latin typeface="+mn-lt"/>
                <a:ea typeface="Times New Roman"/>
                <a:cs typeface="LTUnivers 330 BasicLight"/>
              </a:rPr>
              <a:t> legal </a:t>
            </a:r>
            <a:r>
              <a:rPr lang="de-DE" sz="1050" dirty="0" err="1">
                <a:latin typeface="+mn-lt"/>
                <a:ea typeface="Times New Roman"/>
                <a:cs typeface="LTUnivers 330 BasicLight"/>
              </a:rPr>
              <a:t>or</a:t>
            </a:r>
            <a:r>
              <a:rPr lang="de-DE" sz="1050" dirty="0">
                <a:latin typeface="+mn-lt"/>
                <a:ea typeface="Times New Roman"/>
                <a:cs typeface="LTUnivers 330 BasicLight"/>
              </a:rPr>
              <a:t> </a:t>
            </a:r>
            <a:r>
              <a:rPr lang="de-DE" sz="1050" dirty="0" err="1">
                <a:latin typeface="+mn-lt"/>
                <a:ea typeface="Times New Roman"/>
                <a:cs typeface="LTUnivers 330 BasicLight"/>
              </a:rPr>
              <a:t>tax</a:t>
            </a:r>
            <a:r>
              <a:rPr lang="de-DE" sz="1050" dirty="0">
                <a:latin typeface="+mn-lt"/>
                <a:ea typeface="Times New Roman"/>
                <a:cs typeface="LTUnivers 330 BasicLight"/>
              </a:rPr>
              <a:t> </a:t>
            </a:r>
            <a:r>
              <a:rPr lang="de-DE" sz="1050" dirty="0" err="1">
                <a:latin typeface="+mn-lt"/>
                <a:ea typeface="Times New Roman"/>
                <a:cs typeface="LTUnivers 330 BasicLight"/>
              </a:rPr>
              <a:t>advice</a:t>
            </a:r>
            <a:r>
              <a:rPr lang="de-DE" sz="1050" dirty="0">
                <a:latin typeface="+mn-lt"/>
                <a:ea typeface="Times New Roman"/>
                <a:cs typeface="LTUnivers 330 BasicLight"/>
              </a:rPr>
              <a:t> and </a:t>
            </a:r>
            <a:r>
              <a:rPr lang="de-DE" sz="1050" dirty="0" err="1">
                <a:latin typeface="+mn-lt"/>
                <a:ea typeface="Times New Roman"/>
                <a:cs typeface="LTUnivers 330 BasicLight"/>
              </a:rPr>
              <a:t>can</a:t>
            </a:r>
            <a:r>
              <a:rPr lang="de-DE" sz="1050" dirty="0">
                <a:latin typeface="+mn-lt"/>
                <a:ea typeface="Times New Roman"/>
                <a:cs typeface="LTUnivers 330 BasicLight"/>
              </a:rPr>
              <a:t> not </a:t>
            </a:r>
            <a:r>
              <a:rPr lang="de-DE" sz="1050" dirty="0" err="1">
                <a:latin typeface="+mn-lt"/>
                <a:ea typeface="Times New Roman"/>
                <a:cs typeface="LTUnivers 330 BasicLight"/>
              </a:rPr>
              <a:t>substitute</a:t>
            </a:r>
            <a:r>
              <a:rPr lang="de-DE" sz="1050" dirty="0">
                <a:latin typeface="+mn-lt"/>
                <a:ea typeface="Times New Roman"/>
                <a:cs typeface="LTUnivers 330 BasicLight"/>
              </a:rPr>
              <a:t> such an </a:t>
            </a:r>
            <a:r>
              <a:rPr lang="de-DE" sz="1050" dirty="0" err="1">
                <a:latin typeface="+mn-lt"/>
                <a:ea typeface="Times New Roman"/>
                <a:cs typeface="LTUnivers 330 BasicLight"/>
              </a:rPr>
              <a:t>advice</a:t>
            </a:r>
            <a:r>
              <a:rPr lang="de-DE" sz="1050" dirty="0">
                <a:latin typeface="+mn-lt"/>
                <a:ea typeface="Times New Roman"/>
                <a:cs typeface="LTUnivers 330 BasicLight"/>
              </a:rPr>
              <a:t>.</a:t>
            </a:r>
          </a:p>
        </p:txBody>
      </p:sp>
      <p:sp>
        <p:nvSpPr>
          <p:cNvPr id="12" name="Rechteck 11"/>
          <p:cNvSpPr/>
          <p:nvPr userDrawn="1"/>
        </p:nvSpPr>
        <p:spPr>
          <a:xfrm>
            <a:off x="378700" y="4836630"/>
            <a:ext cx="5346700" cy="1954349"/>
          </a:xfrm>
          <a:prstGeom prst="rect">
            <a:avLst/>
          </a:prstGeom>
        </p:spPr>
        <p:txBody>
          <a:bodyPr lIns="91408" tIns="45704" rIns="91408" bIns="45704">
            <a:spAutoFit/>
          </a:bodyPr>
          <a:lstStyle/>
          <a:p>
            <a:pPr defTabSz="1042688" rtl="0"/>
            <a:r>
              <a:rPr lang="de-DE" sz="1000" b="1" dirty="0">
                <a:solidFill>
                  <a:schemeClr val="tx2"/>
                </a:solidFill>
              </a:rPr>
              <a:t>Metzler Corporate Finance</a:t>
            </a:r>
          </a:p>
          <a:p>
            <a:pPr defTabSz="1042688" rtl="0"/>
            <a:endParaRPr lang="de-DE" sz="1000" b="1" dirty="0">
              <a:solidFill>
                <a:schemeClr val="tx2"/>
              </a:solidFill>
            </a:endParaRPr>
          </a:p>
          <a:p>
            <a:pPr defTabSz="1042688" rtl="0"/>
            <a:r>
              <a:rPr lang="de-DE" sz="1000" b="1" dirty="0">
                <a:solidFill>
                  <a:schemeClr val="tx2"/>
                </a:solidFill>
              </a:rPr>
              <a:t>B. Metzler GmbH</a:t>
            </a:r>
          </a:p>
          <a:p>
            <a:pPr defTabSz="1042688" rtl="0"/>
            <a:r>
              <a:rPr lang="de-DE" sz="1000" b="1" dirty="0">
                <a:solidFill>
                  <a:schemeClr val="tx2"/>
                </a:solidFill>
              </a:rPr>
              <a:t>Untermainanlage 1</a:t>
            </a:r>
          </a:p>
          <a:p>
            <a:pPr defTabSz="1042688" rtl="0"/>
            <a:r>
              <a:rPr lang="de-DE" sz="1000" b="1" dirty="0">
                <a:solidFill>
                  <a:schemeClr val="tx2"/>
                </a:solidFill>
              </a:rPr>
              <a:t>60329 Frankfurt/Main</a:t>
            </a:r>
          </a:p>
          <a:p>
            <a:pPr defTabSz="1042688" rtl="0"/>
            <a:r>
              <a:rPr lang="de-DE" sz="1000" b="1" dirty="0">
                <a:solidFill>
                  <a:schemeClr val="tx2"/>
                </a:solidFill>
              </a:rPr>
              <a:t>Germany</a:t>
            </a:r>
          </a:p>
          <a:p>
            <a:pPr defTabSz="1042688" rtl="0"/>
            <a:r>
              <a:rPr lang="de-DE" sz="1000" b="1" dirty="0">
                <a:solidFill>
                  <a:schemeClr val="tx2"/>
                </a:solidFill>
              </a:rPr>
              <a:t>Phone +49 69 21 04</a:t>
            </a:r>
            <a:r>
              <a:rPr lang="de-DE" sz="300" b="1" dirty="0">
                <a:solidFill>
                  <a:schemeClr val="tx2"/>
                </a:solidFill>
              </a:rPr>
              <a:t> </a:t>
            </a:r>
            <a:r>
              <a:rPr lang="de-DE" sz="1000" b="1" dirty="0">
                <a:solidFill>
                  <a:schemeClr val="tx2"/>
                </a:solidFill>
              </a:rPr>
              <a:t>-</a:t>
            </a:r>
            <a:r>
              <a:rPr lang="de-DE" sz="300" b="1" dirty="0">
                <a:solidFill>
                  <a:schemeClr val="tx2"/>
                </a:solidFill>
              </a:rPr>
              <a:t> </a:t>
            </a:r>
            <a:r>
              <a:rPr lang="de-DE" sz="1000" b="1" dirty="0">
                <a:solidFill>
                  <a:schemeClr val="tx2"/>
                </a:solidFill>
              </a:rPr>
              <a:t>44 44</a:t>
            </a:r>
          </a:p>
          <a:p>
            <a:pPr defTabSz="1042688" rtl="0"/>
            <a:r>
              <a:rPr lang="de-DE" sz="1000" b="1" dirty="0">
                <a:solidFill>
                  <a:schemeClr val="tx2"/>
                </a:solidFill>
              </a:rPr>
              <a:t>Fax +49 69 29 26 50</a:t>
            </a:r>
          </a:p>
          <a:p>
            <a:pPr defTabSz="1042688" rtl="0"/>
            <a:r>
              <a:rPr lang="de-DE" sz="1000" b="1" dirty="0">
                <a:solidFill>
                  <a:schemeClr val="tx2"/>
                </a:solidFill>
              </a:rPr>
              <a:t>E-mail Corporate_Finance@metzler.com</a:t>
            </a:r>
          </a:p>
          <a:p>
            <a:pPr defTabSz="1042688" rtl="0"/>
            <a:r>
              <a:rPr lang="de-DE" sz="1000" b="1" dirty="0">
                <a:solidFill>
                  <a:schemeClr val="tx2"/>
                </a:solidFill>
              </a:rPr>
              <a:t>www.metzler.com</a:t>
            </a:r>
          </a:p>
          <a:p>
            <a:pPr defTabSz="1042688" rtl="0"/>
            <a:endParaRPr lang="de-DE" b="1" dirty="0">
              <a:solidFill>
                <a:schemeClr val="tx2"/>
              </a:solidFill>
            </a:endParaRPr>
          </a:p>
        </p:txBody>
      </p:sp>
      <p:sp>
        <p:nvSpPr>
          <p:cNvPr id="8" name="Line 58"/>
          <p:cNvSpPr>
            <a:spLocks noChangeShapeType="1"/>
          </p:cNvSpPr>
          <p:nvPr userDrawn="1"/>
        </p:nvSpPr>
        <p:spPr bwMode="auto">
          <a:xfrm>
            <a:off x="378700" y="1166665"/>
            <a:ext cx="9936000" cy="0"/>
          </a:xfrm>
          <a:prstGeom prst="line">
            <a:avLst/>
          </a:prstGeom>
          <a:noFill/>
          <a:ln w="19050" cap="flat">
            <a:solidFill>
              <a:srgbClr val="003D7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190" tIns="57095" rIns="114190" bIns="57095"/>
          <a:lstStyle/>
          <a:p>
            <a:pPr defTabSz="1042688" rtl="0"/>
            <a:endParaRPr lang="de-DE" sz="800" kern="0" dirty="0">
              <a:solidFill>
                <a:prstClr val="black"/>
              </a:solidFill>
            </a:endParaRPr>
          </a:p>
        </p:txBody>
      </p:sp>
      <p:sp>
        <p:nvSpPr>
          <p:cNvPr id="13" name="Textplatzhalter 5"/>
          <p:cNvSpPr>
            <a:spLocks noGrp="1"/>
          </p:cNvSpPr>
          <p:nvPr>
            <p:ph type="body" sz="quarter" idx="12" hasCustomPrompt="1"/>
          </p:nvPr>
        </p:nvSpPr>
        <p:spPr>
          <a:xfrm>
            <a:off x="378700" y="1243937"/>
            <a:ext cx="9936000" cy="271120"/>
          </a:xfrm>
        </p:spPr>
        <p:txBody>
          <a:bodyPr/>
          <a:lstStyle>
            <a:lvl1pPr marL="0" indent="0" rtl="0">
              <a:buNone/>
              <a:defRPr sz="1400" b="1">
                <a:solidFill>
                  <a:schemeClr val="tx2"/>
                </a:solidFill>
                <a:latin typeface="Univers for Metzler" panose="020B0503030202020203" pitchFamily="34" charset="0"/>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Untertitel</a:t>
            </a:r>
          </a:p>
        </p:txBody>
      </p:sp>
      <p:sp>
        <p:nvSpPr>
          <p:cNvPr id="14" name="Textplatzhalter 5"/>
          <p:cNvSpPr>
            <a:spLocks noGrp="1"/>
          </p:cNvSpPr>
          <p:nvPr>
            <p:ph type="body" sz="quarter" idx="13" hasCustomPrompt="1"/>
          </p:nvPr>
        </p:nvSpPr>
        <p:spPr>
          <a:xfrm>
            <a:off x="378700" y="233868"/>
            <a:ext cx="9936000" cy="216000"/>
          </a:xfrm>
        </p:spPr>
        <p:txBody>
          <a:bodyPr anchor="t" anchorCtr="0"/>
          <a:lstStyle>
            <a:lvl1pPr marL="0" indent="0" rtl="0">
              <a:buNone/>
              <a:defRPr sz="1000" b="0">
                <a:solidFill>
                  <a:schemeClr val="tx2"/>
                </a:solidFill>
                <a:latin typeface="Univers for Metzler" panose="020B0503030202020203" pitchFamily="34" charset="0"/>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Agenda</a:t>
            </a:r>
          </a:p>
        </p:txBody>
      </p:sp>
      <p:sp>
        <p:nvSpPr>
          <p:cNvPr id="11" name="Titel 1"/>
          <p:cNvSpPr txBox="1">
            <a:spLocks/>
          </p:cNvSpPr>
          <p:nvPr userDrawn="1"/>
        </p:nvSpPr>
        <p:spPr>
          <a:xfrm>
            <a:off x="378700" y="450279"/>
            <a:ext cx="9936000" cy="720000"/>
          </a:xfrm>
          <a:prstGeom prst="rect">
            <a:avLst/>
          </a:prstGeom>
        </p:spPr>
        <p:txBody>
          <a:bodyPr vert="horz" lIns="0" tIns="0" rIns="0" bIns="0" rtlCol="0" anchor="t">
            <a:noAutofit/>
          </a:bodyPr>
          <a:lstStyle>
            <a:lvl1pPr algn="l" defTabSz="1043056" rtl="0" eaLnBrk="1" latinLnBrk="0" hangingPunct="1">
              <a:spcBef>
                <a:spcPct val="0"/>
              </a:spcBef>
              <a:buNone/>
              <a:defRPr sz="2000" b="1" kern="1200">
                <a:solidFill>
                  <a:schemeClr val="tx1"/>
                </a:solidFill>
                <a:latin typeface="Univers for Metzler" panose="020B0503030202020203" pitchFamily="34" charset="0"/>
                <a:ea typeface="+mj-ea"/>
                <a:cs typeface="+mj-cs"/>
              </a:defRPr>
            </a:lvl1pPr>
          </a:lstStyle>
          <a:p>
            <a:pPr rtl="0"/>
            <a:r>
              <a:rPr lang="de-DE" dirty="0"/>
              <a:t>Disclaimer</a:t>
            </a:r>
          </a:p>
        </p:txBody>
      </p:sp>
    </p:spTree>
    <p:extLst>
      <p:ext uri="{BB962C8B-B14F-4D97-AF65-F5344CB8AC3E}">
        <p14:creationId xmlns:p14="http://schemas.microsoft.com/office/powerpoint/2010/main" val="2145038781"/>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Bild mit Überschrift_e">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A19462C3-CA8A-46D1-64F2-D16F5742CCF1}"/>
              </a:ext>
            </a:extLst>
          </p:cNvPr>
          <p:cNvGraphicFramePr>
            <a:graphicFrameLocks noChangeAspect="1"/>
          </p:cNvGraphicFramePr>
          <p:nvPr userDrawn="1">
            <p:custDataLst>
              <p:tags r:id="rId1"/>
            </p:custDataLst>
            <p:extLst>
              <p:ext uri="{D42A27DB-BD31-4B8C-83A1-F6EECF244321}">
                <p14:modId xmlns:p14="http://schemas.microsoft.com/office/powerpoint/2010/main" val="212531144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4" name="Grafik 3" descr="Ein Bild, das Schrift, Text, Logo, Grafiken enthält.&#10;&#10;Automatisch generierte Beschreibung">
            <a:extLst>
              <a:ext uri="{FF2B5EF4-FFF2-40B4-BE49-F238E27FC236}">
                <a16:creationId xmlns:a16="http://schemas.microsoft.com/office/drawing/2014/main" id="{AE40DAA3-7015-B456-9DFE-6290D0F750E5}"/>
              </a:ext>
            </a:extLst>
          </p:cNvPr>
          <p:cNvPicPr>
            <a:picLocks noChangeAspect="1"/>
          </p:cNvPicPr>
          <p:nvPr userDrawn="1"/>
        </p:nvPicPr>
        <p:blipFill>
          <a:blip r:embed="rId5"/>
          <a:stretch>
            <a:fillRect/>
          </a:stretch>
        </p:blipFill>
        <p:spPr>
          <a:xfrm>
            <a:off x="8875092" y="6890400"/>
            <a:ext cx="1414275" cy="359665"/>
          </a:xfrm>
          <a:prstGeom prst="rect">
            <a:avLst/>
          </a:prstGeom>
        </p:spPr>
      </p:pic>
      <p:sp>
        <p:nvSpPr>
          <p:cNvPr id="7" name="Line 58">
            <a:extLst>
              <a:ext uri="{FF2B5EF4-FFF2-40B4-BE49-F238E27FC236}">
                <a16:creationId xmlns:a16="http://schemas.microsoft.com/office/drawing/2014/main" id="{18EC55E3-B543-D212-9FB9-999F4829C786}"/>
              </a:ext>
            </a:extLst>
          </p:cNvPr>
          <p:cNvSpPr>
            <a:spLocks noChangeShapeType="1"/>
          </p:cNvSpPr>
          <p:nvPr userDrawn="1"/>
        </p:nvSpPr>
        <p:spPr bwMode="auto">
          <a:xfrm>
            <a:off x="396699" y="7078891"/>
            <a:ext cx="8382175" cy="0"/>
          </a:xfrm>
          <a:prstGeom prst="line">
            <a:avLst/>
          </a:prstGeom>
          <a:noFill/>
          <a:ln w="11430" cap="flat">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190" tIns="57095" rIns="114190" bIns="57095"/>
          <a:lstStyle/>
          <a:p>
            <a:pPr lvl="0" rtl="0"/>
            <a:endParaRPr lang="de-DE" sz="800" kern="0" baseline="0" noProof="0" dirty="0"/>
          </a:p>
        </p:txBody>
      </p:sp>
      <p:sp>
        <p:nvSpPr>
          <p:cNvPr id="6" name="Textplatzhalter 5"/>
          <p:cNvSpPr>
            <a:spLocks noGrp="1"/>
          </p:cNvSpPr>
          <p:nvPr userDrawn="1">
            <p:ph type="body" sz="quarter" idx="13" hasCustomPrompt="1"/>
          </p:nvPr>
        </p:nvSpPr>
        <p:spPr>
          <a:xfrm>
            <a:off x="687388" y="6369009"/>
            <a:ext cx="9320400" cy="300595"/>
          </a:xfrm>
        </p:spPr>
        <p:txBody>
          <a:bodyPr anchor="b" anchorCtr="0"/>
          <a:lstStyle>
            <a:lvl1pPr marL="0" indent="0" rtl="0">
              <a:buNone/>
              <a:defRPr sz="2000" b="1">
                <a:solidFill>
                  <a:schemeClr val="accent1"/>
                </a:solidFill>
              </a:defRPr>
            </a:lvl1pPr>
            <a:lvl2pPr marL="361950" indent="0">
              <a:buNone/>
              <a:defRPr sz="2000" b="1"/>
            </a:lvl2pPr>
            <a:lvl3pPr marL="731838" indent="0">
              <a:buNone/>
              <a:defRPr sz="2000" b="1"/>
            </a:lvl3pPr>
            <a:lvl4pPr marL="1006475" indent="0">
              <a:buNone/>
              <a:defRPr sz="2000" b="1"/>
            </a:lvl4pPr>
            <a:lvl5pPr marL="1257300" indent="0">
              <a:buNone/>
              <a:defRPr sz="2000" b="1"/>
            </a:lvl5pPr>
          </a:lstStyle>
          <a:p>
            <a:pPr lvl="0"/>
            <a:r>
              <a:rPr lang="de-DE" dirty="0"/>
              <a:t>Layout „Bild mit Überschrift“ für Text Agendapunkt </a:t>
            </a:r>
          </a:p>
        </p:txBody>
      </p:sp>
      <p:grpSp>
        <p:nvGrpSpPr>
          <p:cNvPr id="12" name="Gruppieren 11"/>
          <p:cNvGrpSpPr/>
          <p:nvPr userDrawn="1"/>
        </p:nvGrpSpPr>
        <p:grpSpPr>
          <a:xfrm>
            <a:off x="-288174" y="6613526"/>
            <a:ext cx="11257799" cy="0"/>
            <a:chOff x="-288174" y="6594476"/>
            <a:chExt cx="11257799" cy="0"/>
          </a:xfrm>
        </p:grpSpPr>
        <p:cxnSp>
          <p:nvCxnSpPr>
            <p:cNvPr id="16" name="Gerade Verbindung 15"/>
            <p:cNvCxnSpPr/>
            <p:nvPr userDrawn="1"/>
          </p:nvCxnSpPr>
          <p:spPr>
            <a:xfrm rot="16200000">
              <a:off x="-135774" y="6442076"/>
              <a:ext cx="0" cy="304800"/>
            </a:xfrm>
            <a:prstGeom prst="line">
              <a:avLst/>
            </a:prstGeom>
            <a:ln w="3175">
              <a:solidFill>
                <a:schemeClr val="bg1"/>
              </a:solidFill>
              <a:tailEnd type="none" w="lg" len="lg"/>
            </a:ln>
          </p:spPr>
          <p:style>
            <a:lnRef idx="1">
              <a:schemeClr val="accent1"/>
            </a:lnRef>
            <a:fillRef idx="0">
              <a:schemeClr val="accent1"/>
            </a:fillRef>
            <a:effectRef idx="0">
              <a:schemeClr val="accent1"/>
            </a:effectRef>
            <a:fontRef idx="minor">
              <a:schemeClr val="tx1"/>
            </a:fontRef>
          </p:style>
        </p:cxnSp>
        <p:cxnSp>
          <p:nvCxnSpPr>
            <p:cNvPr id="21" name="Gerade Verbindung 20"/>
            <p:cNvCxnSpPr/>
            <p:nvPr userDrawn="1"/>
          </p:nvCxnSpPr>
          <p:spPr>
            <a:xfrm rot="16200000">
              <a:off x="10817225" y="6442076"/>
              <a:ext cx="0" cy="304800"/>
            </a:xfrm>
            <a:prstGeom prst="line">
              <a:avLst/>
            </a:prstGeom>
            <a:ln w="3175">
              <a:solidFill>
                <a:schemeClr val="bg1"/>
              </a:solidFill>
              <a:tailEnd type="none" w="lg" len="lg"/>
            </a:ln>
          </p:spPr>
          <p:style>
            <a:lnRef idx="1">
              <a:schemeClr val="accent1"/>
            </a:lnRef>
            <a:fillRef idx="0">
              <a:schemeClr val="accent1"/>
            </a:fillRef>
            <a:effectRef idx="0">
              <a:schemeClr val="accent1"/>
            </a:effectRef>
            <a:fontRef idx="minor">
              <a:schemeClr val="tx1"/>
            </a:fontRef>
          </p:style>
        </p:cxnSp>
      </p:grpSp>
      <p:sp>
        <p:nvSpPr>
          <p:cNvPr id="5" name="Bildplatzhalter 7"/>
          <p:cNvSpPr>
            <a:spLocks noGrp="1"/>
          </p:cNvSpPr>
          <p:nvPr userDrawn="1">
            <p:ph type="pic" sz="quarter" idx="12" hasCustomPrompt="1"/>
          </p:nvPr>
        </p:nvSpPr>
        <p:spPr>
          <a:xfrm>
            <a:off x="709611" y="668655"/>
            <a:ext cx="9277200" cy="5040000"/>
          </a:xfrm>
          <a:prstGeom prst="rect">
            <a:avLst/>
          </a:prstGeom>
        </p:spPr>
        <p:txBody>
          <a:bodyPr vert="horz" lIns="0" tIns="0" rIns="0" bIns="0" rtlCol="0">
            <a:noAutofit/>
          </a:bodyPr>
          <a:lstStyle>
            <a:lvl1pPr rtl="0">
              <a:defRPr lang="de-DE" kern="0" baseline="0"/>
            </a:lvl1pPr>
          </a:lstStyle>
          <a:p>
            <a:pPr lvl="0"/>
            <a:r>
              <a:rPr lang="de-DE" dirty="0"/>
              <a:t>Bild durch Klicken auf Symbol hinzufügen</a:t>
            </a:r>
          </a:p>
        </p:txBody>
      </p:sp>
      <p:sp>
        <p:nvSpPr>
          <p:cNvPr id="9" name="Line 58">
            <a:extLst>
              <a:ext uri="{FF2B5EF4-FFF2-40B4-BE49-F238E27FC236}">
                <a16:creationId xmlns:a16="http://schemas.microsoft.com/office/drawing/2014/main" id="{8DA387B2-7F5F-9F20-2AB4-90C1F8D2C62D}"/>
              </a:ext>
            </a:extLst>
          </p:cNvPr>
          <p:cNvSpPr>
            <a:spLocks noChangeShapeType="1"/>
          </p:cNvSpPr>
          <p:nvPr userDrawn="1"/>
        </p:nvSpPr>
        <p:spPr bwMode="auto">
          <a:xfrm>
            <a:off x="10095100" y="7078891"/>
            <a:ext cx="201600" cy="0"/>
          </a:xfrm>
          <a:prstGeom prst="line">
            <a:avLst/>
          </a:prstGeom>
          <a:noFill/>
          <a:ln w="11430" cap="flat">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190" tIns="57095" rIns="114190" bIns="57095"/>
          <a:lstStyle/>
          <a:p>
            <a:pPr lvl="0" rtl="0"/>
            <a:endParaRPr lang="de-DE" sz="800" kern="0" baseline="0" noProof="0" dirty="0"/>
          </a:p>
        </p:txBody>
      </p:sp>
    </p:spTree>
    <p:extLst>
      <p:ext uri="{BB962C8B-B14F-4D97-AF65-F5344CB8AC3E}">
        <p14:creationId xmlns:p14="http://schemas.microsoft.com/office/powerpoint/2010/main" val="164396798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Leer_e">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3CAA8A96-A940-4A59-5902-C05AB4189540}"/>
              </a:ext>
            </a:extLst>
          </p:cNvPr>
          <p:cNvGraphicFramePr>
            <a:graphicFrameLocks noChangeAspect="1"/>
          </p:cNvGraphicFramePr>
          <p:nvPr userDrawn="1">
            <p:custDataLst>
              <p:tags r:id="rId1"/>
            </p:custDataLst>
            <p:extLst>
              <p:ext uri="{D42A27DB-BD31-4B8C-83A1-F6EECF244321}">
                <p14:modId xmlns:p14="http://schemas.microsoft.com/office/powerpoint/2010/main" val="251493283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Foliennummernplatzhalter 7"/>
          <p:cNvSpPr>
            <a:spLocks noGrp="1"/>
          </p:cNvSpPr>
          <p:nvPr>
            <p:ph type="sldNum" sz="quarter" idx="12"/>
          </p:nvPr>
        </p:nvSpPr>
        <p:spPr/>
        <p:txBody>
          <a:bodyPr/>
          <a:lstStyle>
            <a:lvl1pPr rtl="0">
              <a:defRPr baseline="0"/>
            </a:lvl1pPr>
          </a:lstStyle>
          <a:p>
            <a:pPr defTabSz="863600">
              <a:buClr>
                <a:schemeClr val="accent1"/>
              </a:buClr>
            </a:pPr>
            <a:fld id="{DC362686-235F-4CCD-9DEF-2D7B97602BA9}" type="slidenum">
              <a:rPr lang="de-DE" smtClean="0"/>
              <a:pPr defTabSz="863600">
                <a:buClr>
                  <a:schemeClr val="accent1"/>
                </a:buClr>
              </a:pPr>
              <a:t>‹#›</a:t>
            </a:fld>
            <a:endParaRPr lang="de-DE" dirty="0"/>
          </a:p>
        </p:txBody>
      </p:sp>
    </p:spTree>
    <p:extLst>
      <p:ext uri="{BB962C8B-B14F-4D97-AF65-F5344CB8AC3E}">
        <p14:creationId xmlns:p14="http://schemas.microsoft.com/office/powerpoint/2010/main" val="31189754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emf"/><Relationship Id="rId2" Type="http://schemas.openxmlformats.org/officeDocument/2006/relationships/slideLayout" Target="../slideLayouts/slideLayout2.xml"/><Relationship Id="rId16" Type="http://schemas.openxmlformats.org/officeDocument/2006/relationships/oleObject" Target="../embeddings/oleObject1.bin"/><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2.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18" Type="http://schemas.openxmlformats.org/officeDocument/2006/relationships/image" Target="../media/image1.emf"/><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17" Type="http://schemas.openxmlformats.org/officeDocument/2006/relationships/oleObject" Target="../embeddings/oleObject15.bin"/><Relationship Id="rId2" Type="http://schemas.openxmlformats.org/officeDocument/2006/relationships/slideLayout" Target="../slideLayouts/slideLayout15.xml"/><Relationship Id="rId16" Type="http://schemas.openxmlformats.org/officeDocument/2006/relationships/tags" Target="../tags/tag16.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19" Type="http://schemas.openxmlformats.org/officeDocument/2006/relationships/image" Target="../media/image2.png"/><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C3F0DA69-529A-DDC0-4326-BD9D1DCAC875}"/>
              </a:ext>
            </a:extLst>
          </p:cNvPr>
          <p:cNvGraphicFramePr>
            <a:graphicFrameLocks/>
          </p:cNvGraphicFramePr>
          <p:nvPr userDrawn="1">
            <p:custDataLst>
              <p:tags r:id="rId15"/>
            </p:custDataLst>
            <p:extLst>
              <p:ext uri="{D42A27DB-BD31-4B8C-83A1-F6EECF244321}">
                <p14:modId xmlns:p14="http://schemas.microsoft.com/office/powerpoint/2010/main" val="76570453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6" imgW="286" imgH="286" progId="TCLayout.ActiveDocument.1">
                  <p:embed/>
                </p:oleObj>
              </mc:Choice>
              <mc:Fallback>
                <p:oleObj name="think-cell Slide" r:id="rId16" imgW="286" imgH="286" progId="TCLayout.ActiveDocument.1">
                  <p:embed/>
                  <p:pic>
                    <p:nvPicPr>
                      <p:cNvPr id="0" name=""/>
                      <p:cNvPicPr/>
                      <p:nvPr/>
                    </p:nvPicPr>
                    <p:blipFill>
                      <a:blip r:embed="rId17"/>
                      <a:stretch>
                        <a:fillRect/>
                      </a:stretch>
                    </p:blipFill>
                    <p:spPr>
                      <a:xfrm>
                        <a:off x="1588" y="1588"/>
                        <a:ext cx="1588" cy="1588"/>
                      </a:xfrm>
                      <a:prstGeom prst="rect">
                        <a:avLst/>
                      </a:prstGeom>
                    </p:spPr>
                  </p:pic>
                </p:oleObj>
              </mc:Fallback>
            </mc:AlternateContent>
          </a:graphicData>
        </a:graphic>
      </p:graphicFrame>
      <p:pic>
        <p:nvPicPr>
          <p:cNvPr id="9" name="Grafik 8" descr="Ein Bild, das Schrift, Text, Logo, Grafiken enthält.&#10;&#10;Automatisch generierte Beschreibung">
            <a:extLst>
              <a:ext uri="{FF2B5EF4-FFF2-40B4-BE49-F238E27FC236}">
                <a16:creationId xmlns:a16="http://schemas.microsoft.com/office/drawing/2014/main" id="{189F3201-4B43-C631-F7C0-789519A8AE21}"/>
              </a:ext>
            </a:extLst>
          </p:cNvPr>
          <p:cNvPicPr>
            <a:picLocks noChangeAspect="1"/>
          </p:cNvPicPr>
          <p:nvPr userDrawn="1"/>
        </p:nvPicPr>
        <p:blipFill>
          <a:blip r:embed="rId18"/>
          <a:stretch>
            <a:fillRect/>
          </a:stretch>
        </p:blipFill>
        <p:spPr>
          <a:xfrm>
            <a:off x="8875092" y="6890400"/>
            <a:ext cx="1414275" cy="359665"/>
          </a:xfrm>
          <a:prstGeom prst="rect">
            <a:avLst/>
          </a:prstGeom>
        </p:spPr>
      </p:pic>
      <p:sp>
        <p:nvSpPr>
          <p:cNvPr id="2" name="Titelplatzhalter 1"/>
          <p:cNvSpPr>
            <a:spLocks noGrp="1"/>
          </p:cNvSpPr>
          <p:nvPr>
            <p:ph type="title"/>
          </p:nvPr>
        </p:nvSpPr>
        <p:spPr>
          <a:xfrm>
            <a:off x="378700" y="450279"/>
            <a:ext cx="9936000" cy="720000"/>
          </a:xfrm>
          <a:prstGeom prst="rect">
            <a:avLst/>
          </a:prstGeom>
        </p:spPr>
        <p:txBody>
          <a:bodyPr vert="horz" lIns="0" tIns="0" rIns="0" bIns="0" rtlCol="0" anchor="t">
            <a:noAutofit/>
          </a:bodyPr>
          <a:lstStyle/>
          <a:p>
            <a:r>
              <a:rPr lang="de-DE" dirty="0"/>
              <a:t>Titelmasterformat durch Klicken bearbeiten</a:t>
            </a:r>
            <a:br>
              <a:rPr lang="de-DE" dirty="0"/>
            </a:br>
            <a:endParaRPr lang="de-DE" dirty="0"/>
          </a:p>
        </p:txBody>
      </p:sp>
      <p:sp>
        <p:nvSpPr>
          <p:cNvPr id="3" name="Textplatzhalter 2"/>
          <p:cNvSpPr>
            <a:spLocks noGrp="1"/>
          </p:cNvSpPr>
          <p:nvPr>
            <p:ph type="body" idx="1"/>
          </p:nvPr>
        </p:nvSpPr>
        <p:spPr>
          <a:xfrm>
            <a:off x="378700" y="1620000"/>
            <a:ext cx="9936000" cy="5040000"/>
          </a:xfrm>
          <a:prstGeom prst="rect">
            <a:avLst/>
          </a:prstGeom>
        </p:spPr>
        <p:txBody>
          <a:bodyPr vert="horz" lIns="0" tIns="0" rIns="0" bIns="0" rtlCol="0">
            <a:noAutofit/>
          </a:bodyPr>
          <a:lstStyle/>
          <a:p>
            <a:pPr lvl="0"/>
            <a:r>
              <a:rPr lang="de-DE" dirty="0"/>
              <a:t>Textmasterformat bearbeiten</a:t>
            </a:r>
          </a:p>
          <a:p>
            <a:pPr lvl="1"/>
            <a:r>
              <a:rPr lang="de-DE" dirty="0"/>
              <a:t>Zweite Ebene</a:t>
            </a:r>
          </a:p>
          <a:p>
            <a:pPr lvl="2"/>
            <a:r>
              <a:rPr lang="de-DE" dirty="0"/>
              <a:t>Dritte Ebene</a:t>
            </a:r>
          </a:p>
        </p:txBody>
      </p:sp>
      <p:sp>
        <p:nvSpPr>
          <p:cNvPr id="12" name="Textfeld 11"/>
          <p:cNvSpPr txBox="1"/>
          <p:nvPr userDrawn="1"/>
        </p:nvSpPr>
        <p:spPr>
          <a:xfrm>
            <a:off x="381619" y="7128798"/>
            <a:ext cx="118622" cy="123111"/>
          </a:xfrm>
          <a:prstGeom prst="rect">
            <a:avLst/>
          </a:prstGeom>
          <a:noFill/>
          <a:ln>
            <a:noFill/>
          </a:ln>
          <a:effectLst/>
        </p:spPr>
        <p:txBody>
          <a:bodyPr wrap="none" lIns="0" tIns="0" rIns="0" bIns="0" anchor="b" anchorCtr="0">
            <a:spAutoFit/>
          </a:bodyPr>
          <a:lstStyle>
            <a:defPPr>
              <a:defRPr lang="de-DE"/>
            </a:defPPr>
            <a:lvl1pPr defTabSz="863294" eaLnBrk="0" fontAlgn="base" hangingPunct="0">
              <a:spcBef>
                <a:spcPct val="0"/>
              </a:spcBef>
              <a:spcAft>
                <a:spcPct val="0"/>
              </a:spcAft>
              <a:buSzPct val="95000"/>
              <a:defRPr sz="800" baseline="0">
                <a:solidFill>
                  <a:schemeClr val="bg2"/>
                </a:solidFill>
                <a:latin typeface="Univers for Metzler Light" pitchFamily="34" charset="0"/>
              </a:defRPr>
            </a:lvl1pPr>
          </a:lstStyle>
          <a:p>
            <a:pPr rtl="0"/>
            <a:fld id="{69DC22A3-4BBA-427E-990E-76363AFABCED}" type="slidenum">
              <a:rPr lang="de-DE" sz="800" kern="0" smtClean="0">
                <a:solidFill>
                  <a:schemeClr val="tx1"/>
                </a:solidFill>
                <a:latin typeface="+mj-lt"/>
              </a:rPr>
              <a:pPr rtl="0"/>
              <a:t>‹#›</a:t>
            </a:fld>
            <a:endParaRPr lang="de-DE" sz="800" kern="0" dirty="0">
              <a:solidFill>
                <a:schemeClr val="tx1"/>
              </a:solidFill>
              <a:latin typeface="+mj-lt"/>
            </a:endParaRPr>
          </a:p>
        </p:txBody>
      </p:sp>
      <p:sp>
        <p:nvSpPr>
          <p:cNvPr id="7" name="Line 58">
            <a:extLst>
              <a:ext uri="{FF2B5EF4-FFF2-40B4-BE49-F238E27FC236}">
                <a16:creationId xmlns:a16="http://schemas.microsoft.com/office/drawing/2014/main" id="{BD972BE3-8917-D105-7A44-4BF541BFC7BE}"/>
              </a:ext>
            </a:extLst>
          </p:cNvPr>
          <p:cNvSpPr>
            <a:spLocks noChangeShapeType="1"/>
          </p:cNvSpPr>
          <p:nvPr userDrawn="1"/>
        </p:nvSpPr>
        <p:spPr bwMode="auto">
          <a:xfrm>
            <a:off x="10095100" y="7078891"/>
            <a:ext cx="201600" cy="0"/>
          </a:xfrm>
          <a:prstGeom prst="line">
            <a:avLst/>
          </a:prstGeom>
          <a:noFill/>
          <a:ln w="11430" cap="flat">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190" tIns="57095" rIns="114190" bIns="57095"/>
          <a:lstStyle/>
          <a:p>
            <a:pPr lvl="0" rtl="0"/>
            <a:endParaRPr lang="de-DE" sz="800" kern="0" baseline="0" noProof="0" dirty="0"/>
          </a:p>
        </p:txBody>
      </p:sp>
      <p:sp>
        <p:nvSpPr>
          <p:cNvPr id="10" name="Line 58">
            <a:extLst>
              <a:ext uri="{FF2B5EF4-FFF2-40B4-BE49-F238E27FC236}">
                <a16:creationId xmlns:a16="http://schemas.microsoft.com/office/drawing/2014/main" id="{22FD6D41-96DC-D123-6E9E-27387036F256}"/>
              </a:ext>
            </a:extLst>
          </p:cNvPr>
          <p:cNvSpPr>
            <a:spLocks noChangeShapeType="1"/>
          </p:cNvSpPr>
          <p:nvPr userDrawn="1"/>
        </p:nvSpPr>
        <p:spPr bwMode="auto">
          <a:xfrm>
            <a:off x="396699" y="7078891"/>
            <a:ext cx="8382175" cy="0"/>
          </a:xfrm>
          <a:prstGeom prst="line">
            <a:avLst/>
          </a:prstGeom>
          <a:noFill/>
          <a:ln w="11430" cap="flat">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190" tIns="57095" rIns="114190" bIns="57095"/>
          <a:lstStyle/>
          <a:p>
            <a:pPr lvl="0" rtl="0"/>
            <a:endParaRPr lang="de-DE" sz="800" kern="0" baseline="0" noProof="0" dirty="0"/>
          </a:p>
        </p:txBody>
      </p:sp>
    </p:spTree>
    <p:extLst>
      <p:ext uri="{BB962C8B-B14F-4D97-AF65-F5344CB8AC3E}">
        <p14:creationId xmlns:p14="http://schemas.microsoft.com/office/powerpoint/2010/main" val="133072703"/>
      </p:ext>
    </p:extLst>
  </p:cSld>
  <p:clrMap bg1="lt1" tx1="dk1" bg2="lt2" tx2="dk2" accent1="accent1" accent2="accent2" accent3="accent3" accent4="accent4" accent5="accent5" accent6="accent6" hlink="hlink" folHlink="folHlink"/>
  <p:sldLayoutIdLst>
    <p:sldLayoutId id="2147483680" r:id="rId1"/>
    <p:sldLayoutId id="2147483664" r:id="rId2"/>
    <p:sldLayoutId id="2147483690" r:id="rId3"/>
    <p:sldLayoutId id="2147483693" r:id="rId4"/>
    <p:sldLayoutId id="2147483682" r:id="rId5"/>
    <p:sldLayoutId id="2147483667" r:id="rId6"/>
    <p:sldLayoutId id="2147483679" r:id="rId7"/>
    <p:sldLayoutId id="2147483683" r:id="rId8"/>
    <p:sldLayoutId id="2147483685" r:id="rId9"/>
    <p:sldLayoutId id="2147483687" r:id="rId10"/>
    <p:sldLayoutId id="2147483688" r:id="rId11"/>
    <p:sldLayoutId id="2147483684" r:id="rId12"/>
    <p:sldLayoutId id="2147483715" r:id="rId13"/>
  </p:sldLayoutIdLst>
  <p:txStyles>
    <p:titleStyle>
      <a:lvl1pPr algn="l" defTabSz="1043056" rtl="0" eaLnBrk="1" latinLnBrk="0" hangingPunct="1">
        <a:spcBef>
          <a:spcPct val="0"/>
        </a:spcBef>
        <a:buNone/>
        <a:defRPr sz="2000" b="1" kern="1200">
          <a:solidFill>
            <a:schemeClr val="tx1"/>
          </a:solidFill>
          <a:latin typeface="+mj-lt"/>
          <a:ea typeface="+mj-ea"/>
          <a:cs typeface="+mj-cs"/>
        </a:defRPr>
      </a:lvl1pPr>
    </p:titleStyle>
    <p:bodyStyle>
      <a:lvl1pPr marL="355600" indent="-355600" algn="l" defTabSz="1043056" rtl="0" eaLnBrk="1" latinLnBrk="0" hangingPunct="1">
        <a:spcBef>
          <a:spcPct val="20000"/>
        </a:spcBef>
        <a:buClr>
          <a:schemeClr val="accent1"/>
        </a:buClr>
        <a:buFont typeface="Wingdings" pitchFamily="2" charset="2"/>
        <a:buChar char="n"/>
        <a:tabLst/>
        <a:defRPr sz="1200" kern="1200">
          <a:solidFill>
            <a:schemeClr val="tx1"/>
          </a:solidFill>
          <a:latin typeface="+mn-lt"/>
          <a:ea typeface="+mn-ea"/>
          <a:cs typeface="+mn-cs"/>
        </a:defRPr>
      </a:lvl1pPr>
      <a:lvl2pPr marL="723900" indent="-368300" algn="l" defTabSz="1043056" rtl="0" eaLnBrk="1" latinLnBrk="0" hangingPunct="1">
        <a:spcBef>
          <a:spcPct val="20000"/>
        </a:spcBef>
        <a:buClr>
          <a:schemeClr val="accent1"/>
        </a:buClr>
        <a:buFont typeface="Arial" pitchFamily="34" charset="0"/>
        <a:buChar char="–"/>
        <a:defRPr sz="1200" kern="1200">
          <a:solidFill>
            <a:schemeClr val="tx1"/>
          </a:solidFill>
          <a:latin typeface="+mn-lt"/>
          <a:ea typeface="+mn-ea"/>
          <a:cs typeface="+mn-cs"/>
        </a:defRPr>
      </a:lvl2pPr>
      <a:lvl3pPr marL="990600" indent="-266700" algn="l" defTabSz="1043056" rtl="0" eaLnBrk="1" latinLnBrk="0" hangingPunct="1">
        <a:spcBef>
          <a:spcPct val="20000"/>
        </a:spcBef>
        <a:buClr>
          <a:schemeClr val="accent1"/>
        </a:buClr>
        <a:buSzPct val="80000"/>
        <a:buFont typeface="Wingdings" pitchFamily="2" charset="2"/>
        <a:buChar char="n"/>
        <a:defRPr sz="1200" kern="1200">
          <a:solidFill>
            <a:schemeClr val="tx1"/>
          </a:solidFill>
          <a:latin typeface="+mn-lt"/>
          <a:ea typeface="+mn-ea"/>
          <a:cs typeface="+mn-cs"/>
        </a:defRPr>
      </a:lvl3pPr>
      <a:lvl4pPr marL="1825348"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346876"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868404"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9932"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11460"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32988"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9pPr>
    </p:bodyStyle>
    <p:other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368" userDrawn="1">
          <p15:clr>
            <a:srgbClr val="F26B43"/>
          </p15:clr>
        </p15:guide>
        <p15:guide id="3" pos="6498" userDrawn="1">
          <p15:clr>
            <a:srgbClr val="F26B43"/>
          </p15:clr>
        </p15:guide>
        <p15:guide id="4" pos="238" userDrawn="1">
          <p15:clr>
            <a:srgbClr val="F26B43"/>
          </p15:clr>
        </p15:guide>
        <p15:guide id="5" orient="horz" pos="4287" userDrawn="1">
          <p15:clr>
            <a:srgbClr val="F26B43"/>
          </p15:clr>
        </p15:guide>
        <p15:guide id="6" orient="horz" pos="1021"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245472E0-2172-6B47-FBDF-5F16488C8EFF}"/>
              </a:ext>
            </a:extLst>
          </p:cNvPr>
          <p:cNvGraphicFramePr>
            <a:graphicFrameLocks/>
          </p:cNvGraphicFramePr>
          <p:nvPr userDrawn="1">
            <p:custDataLst>
              <p:tags r:id="rId16"/>
            </p:custDataLst>
            <p:extLst>
              <p:ext uri="{D42A27DB-BD31-4B8C-83A1-F6EECF244321}">
                <p14:modId xmlns:p14="http://schemas.microsoft.com/office/powerpoint/2010/main" val="49843390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7" imgW="286" imgH="286" progId="TCLayout.ActiveDocument.1">
                  <p:embed/>
                </p:oleObj>
              </mc:Choice>
              <mc:Fallback>
                <p:oleObj name="think-cell Slide" r:id="rId17" imgW="286" imgH="286" progId="TCLayout.ActiveDocument.1">
                  <p:embed/>
                  <p:pic>
                    <p:nvPicPr>
                      <p:cNvPr id="0" name=""/>
                      <p:cNvPicPr/>
                      <p:nvPr/>
                    </p:nvPicPr>
                    <p:blipFill>
                      <a:blip r:embed="rId18"/>
                      <a:stretch>
                        <a:fillRect/>
                      </a:stretch>
                    </p:blipFill>
                    <p:spPr>
                      <a:xfrm>
                        <a:off x="1588" y="1588"/>
                        <a:ext cx="1588" cy="1588"/>
                      </a:xfrm>
                      <a:prstGeom prst="rect">
                        <a:avLst/>
                      </a:prstGeom>
                    </p:spPr>
                  </p:pic>
                </p:oleObj>
              </mc:Fallback>
            </mc:AlternateContent>
          </a:graphicData>
        </a:graphic>
      </p:graphicFrame>
      <p:pic>
        <p:nvPicPr>
          <p:cNvPr id="5" name="Grafik 4" descr="Ein Bild, das Schrift, Text, Logo, Grafiken enthält.&#10;&#10;Automatisch generierte Beschreibung">
            <a:extLst>
              <a:ext uri="{FF2B5EF4-FFF2-40B4-BE49-F238E27FC236}">
                <a16:creationId xmlns:a16="http://schemas.microsoft.com/office/drawing/2014/main" id="{16F91786-FBD2-90A2-7058-DC9531F9C3E2}"/>
              </a:ext>
            </a:extLst>
          </p:cNvPr>
          <p:cNvPicPr>
            <a:picLocks noChangeAspect="1"/>
          </p:cNvPicPr>
          <p:nvPr userDrawn="1"/>
        </p:nvPicPr>
        <p:blipFill>
          <a:blip r:embed="rId19"/>
          <a:stretch>
            <a:fillRect/>
          </a:stretch>
        </p:blipFill>
        <p:spPr>
          <a:xfrm>
            <a:off x="8875092" y="6890400"/>
            <a:ext cx="1414275" cy="359665"/>
          </a:xfrm>
          <a:prstGeom prst="rect">
            <a:avLst/>
          </a:prstGeom>
        </p:spPr>
      </p:pic>
      <p:sp>
        <p:nvSpPr>
          <p:cNvPr id="7" name="Line 58">
            <a:extLst>
              <a:ext uri="{FF2B5EF4-FFF2-40B4-BE49-F238E27FC236}">
                <a16:creationId xmlns:a16="http://schemas.microsoft.com/office/drawing/2014/main" id="{E309A92F-C884-9A15-DAAC-F140BFFD238F}"/>
              </a:ext>
            </a:extLst>
          </p:cNvPr>
          <p:cNvSpPr>
            <a:spLocks noChangeShapeType="1"/>
          </p:cNvSpPr>
          <p:nvPr userDrawn="1"/>
        </p:nvSpPr>
        <p:spPr bwMode="auto">
          <a:xfrm>
            <a:off x="396699" y="7078891"/>
            <a:ext cx="8382175" cy="0"/>
          </a:xfrm>
          <a:prstGeom prst="line">
            <a:avLst/>
          </a:prstGeom>
          <a:noFill/>
          <a:ln w="11430" cap="flat">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190" tIns="57095" rIns="114190" bIns="57095"/>
          <a:lstStyle/>
          <a:p>
            <a:pPr lvl="0" rtl="0"/>
            <a:endParaRPr lang="de-DE" sz="800" kern="0" baseline="0" noProof="0" dirty="0"/>
          </a:p>
        </p:txBody>
      </p:sp>
      <p:sp>
        <p:nvSpPr>
          <p:cNvPr id="2" name="Titelplatzhalter 1"/>
          <p:cNvSpPr>
            <a:spLocks noGrp="1"/>
          </p:cNvSpPr>
          <p:nvPr>
            <p:ph type="title"/>
          </p:nvPr>
        </p:nvSpPr>
        <p:spPr>
          <a:xfrm>
            <a:off x="378700" y="450279"/>
            <a:ext cx="9936000" cy="720000"/>
          </a:xfrm>
          <a:prstGeom prst="rect">
            <a:avLst/>
          </a:prstGeom>
        </p:spPr>
        <p:txBody>
          <a:bodyPr vert="horz" lIns="0" tIns="0" rIns="0" bIns="0" rtlCol="0" anchor="t">
            <a:noAutofit/>
          </a:bodyPr>
          <a:lstStyle/>
          <a:p>
            <a:r>
              <a:rPr lang="de-DE" dirty="0"/>
              <a:t>Titelmasterformat durch Klicken bearbeiten</a:t>
            </a:r>
            <a:br>
              <a:rPr lang="de-DE" dirty="0"/>
            </a:br>
            <a:endParaRPr lang="de-DE" dirty="0"/>
          </a:p>
        </p:txBody>
      </p:sp>
      <p:sp>
        <p:nvSpPr>
          <p:cNvPr id="3" name="Textplatzhalter 2"/>
          <p:cNvSpPr>
            <a:spLocks noGrp="1"/>
          </p:cNvSpPr>
          <p:nvPr>
            <p:ph type="body" idx="1"/>
          </p:nvPr>
        </p:nvSpPr>
        <p:spPr>
          <a:xfrm>
            <a:off x="378700" y="1620000"/>
            <a:ext cx="9936000" cy="5040000"/>
          </a:xfrm>
          <a:prstGeom prst="rect">
            <a:avLst/>
          </a:prstGeom>
        </p:spPr>
        <p:txBody>
          <a:bodyPr vert="horz" lIns="0" tIns="0" rIns="0" bIns="0" rtlCol="0">
            <a:noAutofit/>
          </a:bodyPr>
          <a:lstStyle/>
          <a:p>
            <a:pPr lvl="0"/>
            <a:r>
              <a:rPr lang="de-DE" dirty="0"/>
              <a:t>Textmasterformat bearbeiten</a:t>
            </a:r>
          </a:p>
          <a:p>
            <a:pPr lvl="1"/>
            <a:r>
              <a:rPr lang="de-DE" dirty="0"/>
              <a:t>Zweite Ebene</a:t>
            </a:r>
          </a:p>
          <a:p>
            <a:pPr lvl="2"/>
            <a:r>
              <a:rPr lang="de-DE" dirty="0"/>
              <a:t>Dritte Ebene</a:t>
            </a:r>
          </a:p>
        </p:txBody>
      </p:sp>
      <p:sp>
        <p:nvSpPr>
          <p:cNvPr id="12" name="Textfeld 11"/>
          <p:cNvSpPr txBox="1"/>
          <p:nvPr userDrawn="1"/>
        </p:nvSpPr>
        <p:spPr>
          <a:xfrm>
            <a:off x="381619" y="7128798"/>
            <a:ext cx="118622" cy="123111"/>
          </a:xfrm>
          <a:prstGeom prst="rect">
            <a:avLst/>
          </a:prstGeom>
          <a:noFill/>
          <a:ln>
            <a:noFill/>
          </a:ln>
          <a:effectLst/>
        </p:spPr>
        <p:txBody>
          <a:bodyPr wrap="none" lIns="0" tIns="0" rIns="0" bIns="0" anchor="b" anchorCtr="0">
            <a:spAutoFit/>
          </a:bodyPr>
          <a:lstStyle>
            <a:defPPr>
              <a:defRPr lang="de-DE"/>
            </a:defPPr>
            <a:lvl1pPr defTabSz="863294" eaLnBrk="0" fontAlgn="base" hangingPunct="0">
              <a:spcBef>
                <a:spcPct val="0"/>
              </a:spcBef>
              <a:spcAft>
                <a:spcPct val="0"/>
              </a:spcAft>
              <a:buSzPct val="95000"/>
              <a:defRPr sz="800" baseline="0">
                <a:solidFill>
                  <a:schemeClr val="bg2"/>
                </a:solidFill>
                <a:latin typeface="Univers for Metzler Light" pitchFamily="34" charset="0"/>
              </a:defRPr>
            </a:lvl1pPr>
          </a:lstStyle>
          <a:p>
            <a:pPr rtl="0"/>
            <a:fld id="{69DC22A3-4BBA-427E-990E-76363AFABCED}" type="slidenum">
              <a:rPr lang="de-DE" sz="800" kern="0" smtClean="0">
                <a:solidFill>
                  <a:schemeClr val="tx1"/>
                </a:solidFill>
                <a:latin typeface="+mj-lt"/>
              </a:rPr>
              <a:pPr rtl="0"/>
              <a:t>‹#›</a:t>
            </a:fld>
            <a:endParaRPr lang="de-DE" sz="800" kern="0" dirty="0">
              <a:solidFill>
                <a:schemeClr val="tx1"/>
              </a:solidFill>
              <a:latin typeface="+mj-lt"/>
            </a:endParaRPr>
          </a:p>
        </p:txBody>
      </p:sp>
      <p:sp>
        <p:nvSpPr>
          <p:cNvPr id="8" name="Line 58">
            <a:extLst>
              <a:ext uri="{FF2B5EF4-FFF2-40B4-BE49-F238E27FC236}">
                <a16:creationId xmlns:a16="http://schemas.microsoft.com/office/drawing/2014/main" id="{AD079459-B15A-BFBF-4313-760D94EFBF4C}"/>
              </a:ext>
            </a:extLst>
          </p:cNvPr>
          <p:cNvSpPr>
            <a:spLocks noChangeShapeType="1"/>
          </p:cNvSpPr>
          <p:nvPr userDrawn="1"/>
        </p:nvSpPr>
        <p:spPr bwMode="auto">
          <a:xfrm>
            <a:off x="10095100" y="7078891"/>
            <a:ext cx="201600" cy="0"/>
          </a:xfrm>
          <a:prstGeom prst="line">
            <a:avLst/>
          </a:prstGeom>
          <a:noFill/>
          <a:ln w="11430" cap="flat">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190" tIns="57095" rIns="114190" bIns="57095"/>
          <a:lstStyle/>
          <a:p>
            <a:pPr lvl="0" rtl="0"/>
            <a:endParaRPr lang="de-DE" sz="800" kern="0" baseline="0" noProof="0" dirty="0"/>
          </a:p>
        </p:txBody>
      </p:sp>
    </p:spTree>
    <p:extLst>
      <p:ext uri="{BB962C8B-B14F-4D97-AF65-F5344CB8AC3E}">
        <p14:creationId xmlns:p14="http://schemas.microsoft.com/office/powerpoint/2010/main" val="245606135"/>
      </p:ext>
    </p:extLst>
  </p:cSld>
  <p:clrMap bg1="lt1" tx1="dk1" bg2="lt2" tx2="dk2" accent1="accent1" accent2="accent2" accent3="accent3" accent4="accent4" accent5="accent5" accent6="accent6" hlink="hlink" folHlink="folHlink"/>
  <p:sldLayoutIdLst>
    <p:sldLayoutId id="2147483699" r:id="rId1"/>
    <p:sldLayoutId id="2147483700" r:id="rId2"/>
    <p:sldLayoutId id="2147483701" r:id="rId3"/>
    <p:sldLayoutId id="2147483703" r:id="rId4"/>
    <p:sldLayoutId id="2147483704" r:id="rId5"/>
    <p:sldLayoutId id="2147483716" r:id="rId6"/>
    <p:sldLayoutId id="2147483706" r:id="rId7"/>
    <p:sldLayoutId id="2147483707" r:id="rId8"/>
    <p:sldLayoutId id="2147483708" r:id="rId9"/>
    <p:sldLayoutId id="2147483709" r:id="rId10"/>
    <p:sldLayoutId id="2147483710" r:id="rId11"/>
    <p:sldLayoutId id="2147483711" r:id="rId12"/>
    <p:sldLayoutId id="2147483713" r:id="rId13"/>
    <p:sldLayoutId id="2147483714" r:id="rId14"/>
  </p:sldLayoutIdLst>
  <p:txStyles>
    <p:titleStyle>
      <a:lvl1pPr algn="l" defTabSz="1043056" rtl="0" eaLnBrk="1" latinLnBrk="0" hangingPunct="1">
        <a:spcBef>
          <a:spcPct val="0"/>
        </a:spcBef>
        <a:buNone/>
        <a:defRPr sz="2000" b="1" kern="1200">
          <a:solidFill>
            <a:schemeClr val="tx1"/>
          </a:solidFill>
          <a:latin typeface="+mj-lt"/>
          <a:ea typeface="+mj-ea"/>
          <a:cs typeface="+mj-cs"/>
        </a:defRPr>
      </a:lvl1pPr>
    </p:titleStyle>
    <p:bodyStyle>
      <a:lvl1pPr marL="355600" indent="-355600" algn="l" defTabSz="1043056" rtl="0" eaLnBrk="1" latinLnBrk="0" hangingPunct="1">
        <a:spcBef>
          <a:spcPct val="20000"/>
        </a:spcBef>
        <a:buClr>
          <a:schemeClr val="accent1"/>
        </a:buClr>
        <a:buFont typeface="Wingdings" pitchFamily="2" charset="2"/>
        <a:buChar char="n"/>
        <a:tabLst/>
        <a:defRPr sz="1200" kern="1200">
          <a:solidFill>
            <a:schemeClr val="tx1"/>
          </a:solidFill>
          <a:latin typeface="+mn-lt"/>
          <a:ea typeface="+mn-ea"/>
          <a:cs typeface="+mn-cs"/>
        </a:defRPr>
      </a:lvl1pPr>
      <a:lvl2pPr marL="723900" indent="-368300" algn="l" defTabSz="1043056" rtl="0" eaLnBrk="1" latinLnBrk="0" hangingPunct="1">
        <a:spcBef>
          <a:spcPct val="20000"/>
        </a:spcBef>
        <a:buClr>
          <a:schemeClr val="accent1"/>
        </a:buClr>
        <a:buFont typeface="Arial" pitchFamily="34" charset="0"/>
        <a:buChar char="–"/>
        <a:defRPr sz="1200" kern="1200">
          <a:solidFill>
            <a:schemeClr val="tx1"/>
          </a:solidFill>
          <a:latin typeface="+mn-lt"/>
          <a:ea typeface="+mn-ea"/>
          <a:cs typeface="+mn-cs"/>
        </a:defRPr>
      </a:lvl2pPr>
      <a:lvl3pPr marL="990600" indent="-266700" algn="l" defTabSz="1043056" rtl="0" eaLnBrk="1" latinLnBrk="0" hangingPunct="1">
        <a:spcBef>
          <a:spcPct val="20000"/>
        </a:spcBef>
        <a:buClr>
          <a:schemeClr val="accent1"/>
        </a:buClr>
        <a:buSzPct val="80000"/>
        <a:buFont typeface="Wingdings" pitchFamily="2" charset="2"/>
        <a:buChar char="n"/>
        <a:defRPr sz="1200" kern="1200">
          <a:solidFill>
            <a:schemeClr val="tx1"/>
          </a:solidFill>
          <a:latin typeface="+mn-lt"/>
          <a:ea typeface="+mn-ea"/>
          <a:cs typeface="+mn-cs"/>
        </a:defRPr>
      </a:lvl3pPr>
      <a:lvl4pPr marL="1825348"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346876"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868404"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9932"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11460"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32988"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9pPr>
    </p:bodyStyle>
    <p:other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368" userDrawn="1">
          <p15:clr>
            <a:srgbClr val="F26B43"/>
          </p15:clr>
        </p15:guide>
        <p15:guide id="3" pos="6498" userDrawn="1">
          <p15:clr>
            <a:srgbClr val="F26B43"/>
          </p15:clr>
        </p15:guide>
        <p15:guide id="4" pos="238" userDrawn="1">
          <p15:clr>
            <a:srgbClr val="F26B43"/>
          </p15:clr>
        </p15:guide>
        <p15:guide id="5" orient="horz" pos="4287" userDrawn="1">
          <p15:clr>
            <a:srgbClr val="F26B43"/>
          </p15:clr>
        </p15:guide>
        <p15:guide id="6" orient="horz" pos="1021"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photo1.png"/><Relationship Id="rId3" Type="http://schemas.openxmlformats.org/officeDocument/2006/relationships/image" Target="../media/photo2.png"/><Relationship Id="rId4" Type="http://schemas.openxmlformats.org/officeDocument/2006/relationships/image" Target="../media/electrovac.png"/><Relationship Id="rId5" Type="http://schemas.openxmlformats.org/officeDocument/2006/relationships/image" Target="../media/gabler.png"/><Relationship Id="rId6" Type="http://schemas.openxmlformats.org/officeDocument/2006/relationships/image" Target="../media/renk.png"/><Relationship Id="rId7" Type="http://schemas.openxmlformats.org/officeDocument/2006/relationships/image" Target="../media/rheinmetall.png"/><Relationship Id="rId8" Type="http://schemas.openxmlformats.org/officeDocument/2006/relationships/image" Target="../media/tkms.png"/><Relationship Id="rId9" Type="http://schemas.openxmlformats.org/officeDocument/2006/relationships/image" Target="../media/airbus.png"/><Relationship Id="rId10" Type="http://schemas.openxmlformats.org/officeDocument/2006/relationships/image" Target="../media/bertrandt.png"/><Relationship Id="rId11" Type="http://schemas.openxmlformats.org/officeDocument/2006/relationships/image" Target="../media/jenoptik.png"/><Relationship Id="rId12" Type="http://schemas.openxmlformats.org/officeDocument/2006/relationships/image" Target="../media/mtu.png"/><Relationship Id="rId13" Type="http://schemas.openxmlformats.org/officeDocument/2006/relationships/image" Target="../media/mutares.png"/><Relationship Id="rId14" Type="http://schemas.openxmlformats.org/officeDocument/2006/relationships/image" Target="../media/sfcenergy.png"/><Relationship Id="rId15" Type="http://schemas.openxmlformats.org/officeDocument/2006/relationships/image" Target="../media/siemens.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Title 1"/>
          <p:cNvSpPr>
            <a:spLocks noGrp="1"/>
          </p:cNvSpPr>
          <p:nvPr>
            <p:ph type="title"/>
          </p:nvPr>
        </p:nvSpPr>
        <p:spPr>
          <a:xfrm>
            <a:off x="378836" y="450251"/>
            <a:ext cx="9939528" cy="719999"/>
          </a:xfrm>
        </p:spPr>
        <p:txBody>
          <a:bodyPr vert="horz" rIns="0"/>
          <a:lstStyle/>
          <a:p>
            <a:r>
              <a:rPr lang="de-DE" noProof="0" dirty="0"/>
              <a:t>METZLER – Der Blick auf unser Defense Research Team</a:t>
            </a:r>
            <a:endParaRPr lang="de-DE" noProof="0" dirty="0"/>
          </a:p>
        </p:txBody>
      </p:sp>
      <p:sp>
        <p:nvSpPr>
          <p:cNvPr id="102" name="Header Defense &amp; Industrial"/>
          <p:cNvSpPr txBox="1"/>
          <p:nvPr/>
        </p:nvSpPr>
        <p:spPr>
          <a:xfrm>
            <a:off x="378836" y="1344168"/>
            <a:ext cx="3197352" cy="256032"/>
          </a:xfrm>
          <a:prstGeom prst="roundRect">
            <a:avLst/>
          </a:prstGeom>
          <a:solidFill>
            <a:schemeClr val="accent1"/>
          </a:solidFill>
          <a:ln w="12700">
            <a:solidFill>
              <a:schemeClr val="bg1"/>
            </a:solidFill>
          </a:ln>
          <a:effectLst>
            <a:outerShdw blurRad="50800" dist="38100" dir="2700000" algn="tl" rotWithShape="0">
              <a:prstClr val="black">
                <a:alpha val="40000"/>
              </a:prstClr>
            </a:outerShdw>
          </a:effectLst>
        </p:spPr>
        <p:style>
          <a:lnRef idx="0">
            <a:schemeClr val="accent1"/>
          </a:lnRef>
          <a:fillRef idx="1">
            <a:schemeClr val="accent1"/>
          </a:fillRef>
          <a:effectRef idx="0">
            <a:schemeClr val="dk1"/>
          </a:effectRef>
          <a:fontRef idx="minor">
            <a:schemeClr val="lt1"/>
          </a:fontRef>
        </p:style>
        <p:txBody>
          <a:bodyPr vert="horz" lIns="91440" tIns="45720" rIns="91440" bIns="45720" rtlCol="0" anchor="ctr">
            <a:noAutofit/>
          </a:bodyPr>
          <a:lstStyle/>
          <a:p>
            <a:pPr marL="0" indent="0" algn="ctr">
              <a:lnSpc>
                <a:spcPct val="100000"/>
              </a:lnSpc>
              <a:spcBef>
                <a:spcPts val="0"/>
              </a:spcBef>
              <a:spcAft>
                <a:spcPts val="0"/>
              </a:spcAft>
              <a:buNone/>
            </a:pPr>
            <a:r>
              <a:rPr lang="de-DE" sz="1000" b="1" dirty="0">
                <a:solidFill>
                  <a:schemeClr val="bg1"/>
                </a:solidFill>
              </a:rPr>
              <a:t>Defense &amp; Industrials Research Team</a:t>
            </a:r>
          </a:p>
        </p:txBody>
      </p:sp>
      <p:sp>
        <p:nvSpPr>
          <p:cNvPr id="103" name="Team Panel"/>
          <p:cNvSpPr txBox="1"/>
          <p:nvPr/>
        </p:nvSpPr>
        <p:spPr>
          <a:xfrm>
            <a:off x="378836" y="1673352"/>
            <a:ext cx="3197352" cy="2258568"/>
          </a:xfrm>
          <a:prstGeom prst="rect">
            <a:avLst/>
          </a:prstGeom>
          <a:solidFill>
            <a:schemeClr val="bg1">
              <a:lumMod val="95000"/>
            </a:schemeClr>
          </a:solidFill>
          <a:ln>
            <a:noFill/>
          </a:ln>
        </p:spPr>
        <p:style>
          <a:lnRef idx="0">
            <a:schemeClr val="accent1"/>
          </a:lnRef>
          <a:fillRef idx="1">
            <a:schemeClr val="accent1"/>
          </a:fillRef>
          <a:effectRef idx="0">
            <a:schemeClr val="dk1"/>
          </a:effectRef>
          <a:fontRef idx="minor">
            <a:schemeClr val="lt1"/>
          </a:fontRef>
        </p:style>
        <p:txBody>
          <a:bodyPr vert="horz" lIns="54864" tIns="27432" rIns="54864" bIns="27432" rtlCol="0" anchor="ctr">
            <a:noAutofit/>
          </a:bodyPr>
          <a:lstStyle/>
          <a:p>
            <a:pPr/>
            <a:endParaRPr lang="de-DE"/>
          </a:p>
        </p:txBody>
      </p:sp>
      <p:pic>
        <p:nvPicPr>
          <p:cNvPr id="104" name="Foto Alexander Neuberger"/>
          <p:cNvPicPr>
            <a:picLocks noChangeAspect="1"/>
          </p:cNvPicPr>
          <p:nvPr/>
        </p:nvPicPr>
        <p:blipFill>
          <a:blip r:embed="rId2"/>
          <a:stretch>
            <a:fillRect/>
          </a:stretch>
        </p:blipFill>
        <p:spPr>
          <a:xfrm>
            <a:off x="488564" y="1965960"/>
            <a:ext cx="731520" cy="731520"/>
          </a:xfrm>
          <a:prstGeom prst="ellipse">
            <a:avLst/>
          </a:prstGeom>
        </p:spPr>
      </p:pic>
      <p:sp>
        <p:nvSpPr>
          <p:cNvPr id="105" name="Text Alexander Neuberger"/>
          <p:cNvSpPr txBox="1"/>
          <p:nvPr/>
        </p:nvSpPr>
        <p:spPr>
          <a:xfrm>
            <a:off x="1311524" y="1828800"/>
            <a:ext cx="2173224" cy="1005840"/>
          </a:xfrm>
          <a:prstGeom prst="rect">
            <a:avLst/>
          </a:prstGeom>
          <a:noFill/>
          <a:ln>
            <a:noFill/>
          </a:ln>
        </p:spPr>
        <p:style>
          <a:lnRef idx="0">
            <a:schemeClr val="accent1"/>
          </a:lnRef>
          <a:fillRef idx="1">
            <a:schemeClr val="accent1"/>
          </a:fillRef>
          <a:effectRef idx="0">
            <a:schemeClr val="dk1"/>
          </a:effectRef>
          <a:fontRef idx="minor">
            <a:schemeClr val="lt1"/>
          </a:fontRef>
        </p:style>
        <p:txBody>
          <a:bodyPr vert="horz" lIns="0" tIns="0" rIns="0" bIns="0" rtlCol="0" anchor="ctr">
            <a:noAutofit/>
          </a:bodyPr>
          <a:lstStyle/>
          <a:p>
            <a:pPr marL="0" indent="0" algn="l">
              <a:lnSpc>
                <a:spcPct val="100000"/>
              </a:lnSpc>
              <a:spcBef>
                <a:spcPts val="0"/>
              </a:spcBef>
              <a:spcAft>
                <a:spcPts val="150"/>
              </a:spcAft>
              <a:buNone/>
            </a:pPr>
            <a:r>
              <a:rPr lang="de-DE" sz="1150" b="1" dirty="0">
                <a:solidFill>
                  <a:schemeClr val="accent1"/>
                </a:solidFill>
              </a:rPr>
              <a:t>Alexander Neuberger</a:t>
            </a:r>
          </a:p>
          <a:p>
            <a:pPr marL="0" indent="0" algn="l">
              <a:lnSpc>
                <a:spcPct val="100000"/>
              </a:lnSpc>
              <a:spcBef>
                <a:spcPts val="0"/>
              </a:spcBef>
              <a:spcAft>
                <a:spcPts val="250"/>
              </a:spcAft>
              <a:buNone/>
            </a:pPr>
            <a:r>
              <a:rPr lang="de-DE" sz="1050" dirty="0">
                <a:solidFill>
                  <a:schemeClr val="tx1"/>
                </a:solidFill>
              </a:rPr>
              <a:t>Senior Analyst</a:t>
            </a:r>
          </a:p>
          <a:p>
            <a:pPr marL="137160" indent="-137160" algn="l">
              <a:lnSpc>
                <a:spcPct val="95000"/>
              </a:lnSpc>
              <a:spcBef>
                <a:spcPts val="0"/>
              </a:spcBef>
              <a:spcAft>
                <a:spcPts val="80"/>
              </a:spcAft>
              <a:buClr>
                <a:schemeClr val="accent1"/>
              </a:buClr>
              <a:buFont typeface="Arial" pitchFamily="34" charset="0"/>
              <a:buChar char="–"/>
            </a:pPr>
            <a:r>
              <a:rPr lang="de-DE" sz="900" dirty="0">
                <a:solidFill>
                  <a:schemeClr val="tx1"/>
                </a:solidFill>
              </a:rPr>
              <a:t>25+ Jahre Research Erfahrung</a:t>
            </a:r>
          </a:p>
          <a:p>
            <a:pPr marL="137160" indent="-137160" algn="l">
              <a:lnSpc>
                <a:spcPct val="95000"/>
              </a:lnSpc>
              <a:spcBef>
                <a:spcPts val="0"/>
              </a:spcBef>
              <a:spcAft>
                <a:spcPts val="80"/>
              </a:spcAft>
              <a:buClr>
                <a:schemeClr val="accent1"/>
              </a:buClr>
              <a:buFont typeface="Arial" pitchFamily="34" charset="0"/>
              <a:buChar char="–"/>
            </a:pPr>
            <a:r>
              <a:rPr lang="de-DE" sz="900" dirty="0">
                <a:solidFill>
                  <a:schemeClr val="tx1"/>
                </a:solidFill>
              </a:rPr>
              <a:t>Rheinmetall Coverage seit 2015</a:t>
            </a:r>
          </a:p>
        </p:txBody>
      </p:sp>
      <p:pic>
        <p:nvPicPr>
          <p:cNvPr id="106" name="Foto Stephan Bauer"/>
          <p:cNvPicPr>
            <a:picLocks noChangeAspect="1"/>
          </p:cNvPicPr>
          <p:nvPr/>
        </p:nvPicPr>
        <p:blipFill>
          <a:blip r:embed="rId3"/>
          <a:stretch>
            <a:fillRect/>
          </a:stretch>
        </p:blipFill>
        <p:spPr>
          <a:xfrm>
            <a:off x="488564" y="3090672"/>
            <a:ext cx="731520" cy="731520"/>
          </a:xfrm>
          <a:prstGeom prst="ellipse">
            <a:avLst/>
          </a:prstGeom>
        </p:spPr>
      </p:pic>
      <p:sp>
        <p:nvSpPr>
          <p:cNvPr id="107" name="Text Stephan Bauer"/>
          <p:cNvSpPr txBox="1"/>
          <p:nvPr/>
        </p:nvSpPr>
        <p:spPr>
          <a:xfrm>
            <a:off x="1311524" y="2953512"/>
            <a:ext cx="2173224" cy="1005840"/>
          </a:xfrm>
          <a:prstGeom prst="rect">
            <a:avLst/>
          </a:prstGeom>
          <a:noFill/>
          <a:ln>
            <a:noFill/>
          </a:ln>
        </p:spPr>
        <p:style>
          <a:lnRef idx="0">
            <a:schemeClr val="accent1"/>
          </a:lnRef>
          <a:fillRef idx="1">
            <a:schemeClr val="accent1"/>
          </a:fillRef>
          <a:effectRef idx="0">
            <a:schemeClr val="dk1"/>
          </a:effectRef>
          <a:fontRef idx="minor">
            <a:schemeClr val="lt1"/>
          </a:fontRef>
        </p:style>
        <p:txBody>
          <a:bodyPr vert="horz" lIns="0" tIns="0" rIns="0" bIns="0" rtlCol="0" anchor="ctr">
            <a:noAutofit/>
          </a:bodyPr>
          <a:lstStyle/>
          <a:p>
            <a:pPr marL="0" indent="0" algn="l">
              <a:lnSpc>
                <a:spcPct val="100000"/>
              </a:lnSpc>
              <a:spcBef>
                <a:spcPts val="0"/>
              </a:spcBef>
              <a:spcAft>
                <a:spcPts val="150"/>
              </a:spcAft>
              <a:buNone/>
            </a:pPr>
            <a:r>
              <a:rPr lang="de-DE" sz="1150" b="1" dirty="0">
                <a:solidFill>
                  <a:schemeClr val="accent1"/>
                </a:solidFill>
              </a:rPr>
              <a:t>Stephan Bauer</a:t>
            </a:r>
          </a:p>
          <a:p>
            <a:pPr marL="0" indent="0" algn="l">
              <a:lnSpc>
                <a:spcPct val="100000"/>
              </a:lnSpc>
              <a:spcBef>
                <a:spcPts val="0"/>
              </a:spcBef>
              <a:spcAft>
                <a:spcPts val="250"/>
              </a:spcAft>
              <a:buNone/>
            </a:pPr>
            <a:r>
              <a:rPr lang="de-DE" sz="1050" dirty="0">
                <a:solidFill>
                  <a:schemeClr val="tx1"/>
                </a:solidFill>
              </a:rPr>
              <a:t>Senior Analyst</a:t>
            </a:r>
          </a:p>
          <a:p>
            <a:pPr marL="137160" indent="-137160" algn="l">
              <a:lnSpc>
                <a:spcPct val="95000"/>
              </a:lnSpc>
              <a:spcBef>
                <a:spcPts val="0"/>
              </a:spcBef>
              <a:spcAft>
                <a:spcPts val="80"/>
              </a:spcAft>
              <a:buClr>
                <a:schemeClr val="accent1"/>
              </a:buClr>
              <a:buFont typeface="Arial" pitchFamily="34" charset="0"/>
              <a:buChar char="–"/>
            </a:pPr>
            <a:r>
              <a:rPr lang="de-DE" sz="900" dirty="0">
                <a:solidFill>
                  <a:schemeClr val="tx1"/>
                </a:solidFill>
              </a:rPr>
              <a:t>15+ Jahre Research Erfahrung</a:t>
            </a:r>
          </a:p>
          <a:p>
            <a:pPr marL="137160" indent="-137160" algn="l">
              <a:lnSpc>
                <a:spcPct val="95000"/>
              </a:lnSpc>
              <a:spcBef>
                <a:spcPts val="0"/>
              </a:spcBef>
              <a:spcAft>
                <a:spcPts val="80"/>
              </a:spcAft>
              <a:buClr>
                <a:schemeClr val="accent1"/>
              </a:buClr>
              <a:buFont typeface="Arial" pitchFamily="34" charset="0"/>
              <a:buChar char="–"/>
            </a:pPr>
            <a:r>
              <a:rPr lang="de-DE" sz="900" dirty="0">
                <a:solidFill>
                  <a:schemeClr val="tx1"/>
                </a:solidFill>
              </a:rPr>
              <a:t>Industrials Coverage seit 2011</a:t>
            </a:r>
          </a:p>
        </p:txBody>
      </p:sp>
      <p:sp>
        <p:nvSpPr>
          <p:cNvPr id="108" name="Header Produkte"/>
          <p:cNvSpPr txBox="1"/>
          <p:nvPr/>
        </p:nvSpPr>
        <p:spPr>
          <a:xfrm>
            <a:off x="3749924" y="1344168"/>
            <a:ext cx="3197352" cy="256032"/>
          </a:xfrm>
          <a:prstGeom prst="roundRect">
            <a:avLst/>
          </a:prstGeom>
          <a:solidFill>
            <a:schemeClr val="accent1"/>
          </a:solidFill>
          <a:ln w="12700">
            <a:solidFill>
              <a:schemeClr val="bg1"/>
            </a:solidFill>
          </a:ln>
          <a:effectLst>
            <a:outerShdw blurRad="50800" dist="38100" dir="2700000" algn="tl" rotWithShape="0">
              <a:prstClr val="black">
                <a:alpha val="40000"/>
              </a:prstClr>
            </a:outerShdw>
          </a:effectLst>
        </p:spPr>
        <p:style>
          <a:lnRef idx="0">
            <a:schemeClr val="accent1"/>
          </a:lnRef>
          <a:fillRef idx="1">
            <a:schemeClr val="accent1"/>
          </a:fillRef>
          <a:effectRef idx="0">
            <a:schemeClr val="dk1"/>
          </a:effectRef>
          <a:fontRef idx="minor">
            <a:schemeClr val="lt1"/>
          </a:fontRef>
        </p:style>
        <p:txBody>
          <a:bodyPr vert="horz" lIns="91440" tIns="45720" rIns="91440" bIns="45720" rtlCol="0" anchor="ctr">
            <a:noAutofit/>
          </a:bodyPr>
          <a:lstStyle/>
          <a:p>
            <a:pPr marL="0" indent="0" algn="ctr">
              <a:lnSpc>
                <a:spcPct val="100000"/>
              </a:lnSpc>
              <a:spcBef>
                <a:spcPts val="0"/>
              </a:spcBef>
              <a:spcAft>
                <a:spcPts val="0"/>
              </a:spcAft>
              <a:buNone/>
            </a:pPr>
            <a:r>
              <a:rPr lang="de-DE" sz="1000" b="1" dirty="0">
                <a:solidFill>
                  <a:schemeClr val="bg1"/>
                </a:solidFill>
              </a:rPr>
              <a:t>Produkte</a:t>
            </a:r>
          </a:p>
        </p:txBody>
      </p:sp>
      <p:sp>
        <p:nvSpPr>
          <p:cNvPr id="109" name="Produkt Company Note"/>
          <p:cNvSpPr txBox="1"/>
          <p:nvPr/>
        </p:nvSpPr>
        <p:spPr>
          <a:xfrm>
            <a:off x="3813932" y="1700784"/>
            <a:ext cx="1466088" cy="454914"/>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0">
            <a:schemeClr val="accent1"/>
          </a:lnRef>
          <a:fillRef idx="1">
            <a:schemeClr val="accent1"/>
          </a:fillRef>
          <a:effectRef idx="0">
            <a:schemeClr val="dk1"/>
          </a:effectRef>
          <a:fontRef idx="minor">
            <a:schemeClr val="lt1"/>
          </a:fontRef>
        </p:style>
        <p:txBody>
          <a:bodyPr vert="horz" lIns="54864" tIns="27432" rIns="54864" bIns="27432" rtlCol="0" anchor="ctr">
            <a:noAutofit/>
          </a:bodyPr>
          <a:lstStyle/>
          <a:p>
            <a:pPr marL="0" indent="0" algn="ctr">
              <a:lnSpc>
                <a:spcPct val="100000"/>
              </a:lnSpc>
              <a:spcBef>
                <a:spcPts val="0"/>
              </a:spcBef>
              <a:spcAft>
                <a:spcPts val="0"/>
              </a:spcAft>
              <a:buNone/>
            </a:pPr>
            <a:r>
              <a:rPr lang="de-DE" sz="1150" dirty="0">
                <a:solidFill>
                  <a:schemeClr val="tx1"/>
                </a:solidFill>
              </a:rPr>
              <a:t>Company Note</a:t>
            </a:r>
          </a:p>
        </p:txBody>
      </p:sp>
      <p:sp>
        <p:nvSpPr>
          <p:cNvPr id="110" name="Produkt heads up!"/>
          <p:cNvSpPr txBox="1"/>
          <p:nvPr/>
        </p:nvSpPr>
        <p:spPr>
          <a:xfrm>
            <a:off x="5417180" y="1700784"/>
            <a:ext cx="1466088" cy="454914"/>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0">
            <a:schemeClr val="accent1"/>
          </a:lnRef>
          <a:fillRef idx="1">
            <a:schemeClr val="accent1"/>
          </a:fillRef>
          <a:effectRef idx="0">
            <a:schemeClr val="dk1"/>
          </a:effectRef>
          <a:fontRef idx="minor">
            <a:schemeClr val="lt1"/>
          </a:fontRef>
        </p:style>
        <p:txBody>
          <a:bodyPr vert="horz" lIns="54864" tIns="27432" rIns="54864" bIns="27432" rtlCol="0" anchor="ctr">
            <a:noAutofit/>
          </a:bodyPr>
          <a:lstStyle/>
          <a:p>
            <a:pPr marL="0" indent="0" algn="ctr">
              <a:lnSpc>
                <a:spcPct val="100000"/>
              </a:lnSpc>
              <a:spcBef>
                <a:spcPts val="0"/>
              </a:spcBef>
              <a:spcAft>
                <a:spcPts val="0"/>
              </a:spcAft>
              <a:buNone/>
            </a:pPr>
            <a:r>
              <a:rPr lang="de-DE" sz="1150" dirty="0">
                <a:solidFill>
                  <a:schemeClr val="tx1"/>
                </a:solidFill>
              </a:rPr>
              <a:t>heads up!</a:t>
            </a:r>
          </a:p>
        </p:txBody>
      </p:sp>
      <p:sp>
        <p:nvSpPr>
          <p:cNvPr id="111" name="Produkt Company Report"/>
          <p:cNvSpPr txBox="1"/>
          <p:nvPr/>
        </p:nvSpPr>
        <p:spPr>
          <a:xfrm>
            <a:off x="3813932" y="2283714"/>
            <a:ext cx="1466088" cy="454914"/>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0">
            <a:schemeClr val="accent1"/>
          </a:lnRef>
          <a:fillRef idx="1">
            <a:schemeClr val="accent1"/>
          </a:fillRef>
          <a:effectRef idx="0">
            <a:schemeClr val="dk1"/>
          </a:effectRef>
          <a:fontRef idx="minor">
            <a:schemeClr val="lt1"/>
          </a:fontRef>
        </p:style>
        <p:txBody>
          <a:bodyPr vert="horz" lIns="54864" tIns="27432" rIns="54864" bIns="27432" rtlCol="0" anchor="ctr">
            <a:noAutofit/>
          </a:bodyPr>
          <a:lstStyle/>
          <a:p>
            <a:pPr marL="0" indent="0" algn="ctr">
              <a:lnSpc>
                <a:spcPct val="100000"/>
              </a:lnSpc>
              <a:spcBef>
                <a:spcPts val="0"/>
              </a:spcBef>
              <a:spcAft>
                <a:spcPts val="0"/>
              </a:spcAft>
              <a:buNone/>
            </a:pPr>
            <a:r>
              <a:rPr lang="de-DE" sz="1150" dirty="0">
                <a:solidFill>
                  <a:schemeClr val="tx1"/>
                </a:solidFill>
              </a:rPr>
              <a:t>Company Report</a:t>
            </a:r>
          </a:p>
        </p:txBody>
      </p:sp>
      <p:sp>
        <p:nvSpPr>
          <p:cNvPr id="112" name="Produkt Outlook"/>
          <p:cNvSpPr txBox="1"/>
          <p:nvPr/>
        </p:nvSpPr>
        <p:spPr>
          <a:xfrm>
            <a:off x="5417180" y="2283714"/>
            <a:ext cx="1466088" cy="454914"/>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0">
            <a:schemeClr val="accent1"/>
          </a:lnRef>
          <a:fillRef idx="1">
            <a:schemeClr val="accent1"/>
          </a:fillRef>
          <a:effectRef idx="0">
            <a:schemeClr val="dk1"/>
          </a:effectRef>
          <a:fontRef idx="minor">
            <a:schemeClr val="lt1"/>
          </a:fontRef>
        </p:style>
        <p:txBody>
          <a:bodyPr vert="horz" lIns="54864" tIns="27432" rIns="54864" bIns="27432" rtlCol="0" anchor="ctr">
            <a:noAutofit/>
          </a:bodyPr>
          <a:lstStyle/>
          <a:p>
            <a:pPr marL="0" indent="0" algn="ctr">
              <a:lnSpc>
                <a:spcPct val="100000"/>
              </a:lnSpc>
              <a:spcBef>
                <a:spcPts val="0"/>
              </a:spcBef>
              <a:spcAft>
                <a:spcPts val="0"/>
              </a:spcAft>
              <a:buNone/>
            </a:pPr>
            <a:r>
              <a:rPr lang="de-DE" sz="1150" dirty="0">
                <a:solidFill>
                  <a:schemeClr val="tx1"/>
                </a:solidFill>
              </a:rPr>
              <a:t>Outlook</a:t>
            </a:r>
          </a:p>
        </p:txBody>
      </p:sp>
      <p:sp>
        <p:nvSpPr>
          <p:cNvPr id="113" name="Produkt Equity Special"/>
          <p:cNvSpPr txBox="1"/>
          <p:nvPr/>
        </p:nvSpPr>
        <p:spPr>
          <a:xfrm>
            <a:off x="3813932" y="2866644"/>
            <a:ext cx="1466088" cy="454914"/>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0">
            <a:schemeClr val="accent1"/>
          </a:lnRef>
          <a:fillRef idx="1">
            <a:schemeClr val="accent1"/>
          </a:fillRef>
          <a:effectRef idx="0">
            <a:schemeClr val="dk1"/>
          </a:effectRef>
          <a:fontRef idx="minor">
            <a:schemeClr val="lt1"/>
          </a:fontRef>
        </p:style>
        <p:txBody>
          <a:bodyPr vert="horz" lIns="54864" tIns="27432" rIns="54864" bIns="27432" rtlCol="0" anchor="ctr">
            <a:noAutofit/>
          </a:bodyPr>
          <a:lstStyle/>
          <a:p>
            <a:pPr marL="0" indent="0" algn="ctr">
              <a:lnSpc>
                <a:spcPct val="100000"/>
              </a:lnSpc>
              <a:spcBef>
                <a:spcPts val="0"/>
              </a:spcBef>
              <a:spcAft>
                <a:spcPts val="0"/>
              </a:spcAft>
              <a:buNone/>
            </a:pPr>
            <a:r>
              <a:rPr lang="de-DE" sz="1150" dirty="0">
                <a:solidFill>
                  <a:schemeClr val="tx1"/>
                </a:solidFill>
              </a:rPr>
              <a:t>Equity Special</a:t>
            </a:r>
          </a:p>
        </p:txBody>
      </p:sp>
      <p:sp>
        <p:nvSpPr>
          <p:cNvPr id="114" name="Produkt Sector Note"/>
          <p:cNvSpPr txBox="1"/>
          <p:nvPr/>
        </p:nvSpPr>
        <p:spPr>
          <a:xfrm>
            <a:off x="5417180" y="2866644"/>
            <a:ext cx="1466088" cy="454914"/>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0">
            <a:schemeClr val="accent1"/>
          </a:lnRef>
          <a:fillRef idx="1">
            <a:schemeClr val="accent1"/>
          </a:fillRef>
          <a:effectRef idx="0">
            <a:schemeClr val="dk1"/>
          </a:effectRef>
          <a:fontRef idx="minor">
            <a:schemeClr val="lt1"/>
          </a:fontRef>
        </p:style>
        <p:txBody>
          <a:bodyPr vert="horz" lIns="54864" tIns="27432" rIns="54864" bIns="27432" rtlCol="0" anchor="ctr">
            <a:noAutofit/>
          </a:bodyPr>
          <a:lstStyle/>
          <a:p>
            <a:pPr marL="0" indent="0" algn="ctr">
              <a:lnSpc>
                <a:spcPct val="100000"/>
              </a:lnSpc>
              <a:spcBef>
                <a:spcPts val="0"/>
              </a:spcBef>
              <a:spcAft>
                <a:spcPts val="0"/>
              </a:spcAft>
              <a:buNone/>
            </a:pPr>
            <a:r>
              <a:rPr lang="de-DE" sz="1150" dirty="0">
                <a:solidFill>
                  <a:schemeClr val="tx1"/>
                </a:solidFill>
              </a:rPr>
              <a:t>Sector Note</a:t>
            </a:r>
          </a:p>
        </p:txBody>
      </p:sp>
      <p:sp>
        <p:nvSpPr>
          <p:cNvPr id="115" name="Produkt German Top Ten"/>
          <p:cNvSpPr txBox="1"/>
          <p:nvPr/>
        </p:nvSpPr>
        <p:spPr>
          <a:xfrm>
            <a:off x="3813932" y="3449574"/>
            <a:ext cx="1466088" cy="454914"/>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0">
            <a:schemeClr val="accent1"/>
          </a:lnRef>
          <a:fillRef idx="1">
            <a:schemeClr val="accent1"/>
          </a:fillRef>
          <a:effectRef idx="0">
            <a:schemeClr val="dk1"/>
          </a:effectRef>
          <a:fontRef idx="minor">
            <a:schemeClr val="lt1"/>
          </a:fontRef>
        </p:style>
        <p:txBody>
          <a:bodyPr vert="horz" lIns="54864" tIns="27432" rIns="54864" bIns="27432" rtlCol="0" anchor="ctr">
            <a:noAutofit/>
          </a:bodyPr>
          <a:lstStyle/>
          <a:p>
            <a:pPr marL="0" indent="0" algn="ctr">
              <a:lnSpc>
                <a:spcPct val="100000"/>
              </a:lnSpc>
              <a:spcBef>
                <a:spcPts val="0"/>
              </a:spcBef>
              <a:spcAft>
                <a:spcPts val="0"/>
              </a:spcAft>
              <a:buNone/>
            </a:pPr>
            <a:r>
              <a:rPr lang="de-DE" sz="1150" dirty="0">
                <a:solidFill>
                  <a:schemeClr val="tx1"/>
                </a:solidFill>
              </a:rPr>
              <a:t>German Top Ten</a:t>
            </a:r>
          </a:p>
        </p:txBody>
      </p:sp>
      <p:sp>
        <p:nvSpPr>
          <p:cNvPr id="116" name="Produkt Sector Report"/>
          <p:cNvSpPr txBox="1"/>
          <p:nvPr/>
        </p:nvSpPr>
        <p:spPr>
          <a:xfrm>
            <a:off x="5417180" y="3449574"/>
            <a:ext cx="1466088" cy="454914"/>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0">
            <a:schemeClr val="accent1"/>
          </a:lnRef>
          <a:fillRef idx="1">
            <a:schemeClr val="accent1"/>
          </a:fillRef>
          <a:effectRef idx="0">
            <a:schemeClr val="dk1"/>
          </a:effectRef>
          <a:fontRef idx="minor">
            <a:schemeClr val="lt1"/>
          </a:fontRef>
        </p:style>
        <p:txBody>
          <a:bodyPr vert="horz" lIns="54864" tIns="27432" rIns="54864" bIns="27432" rtlCol="0" anchor="ctr">
            <a:noAutofit/>
          </a:bodyPr>
          <a:lstStyle/>
          <a:p>
            <a:pPr marL="0" indent="0" algn="ctr">
              <a:lnSpc>
                <a:spcPct val="100000"/>
              </a:lnSpc>
              <a:spcBef>
                <a:spcPts val="0"/>
              </a:spcBef>
              <a:spcAft>
                <a:spcPts val="0"/>
              </a:spcAft>
              <a:buNone/>
            </a:pPr>
            <a:r>
              <a:rPr lang="de-DE" sz="1150" dirty="0">
                <a:solidFill>
                  <a:schemeClr val="tx1"/>
                </a:solidFill>
              </a:rPr>
              <a:t>Sector Report</a:t>
            </a:r>
          </a:p>
        </p:txBody>
      </p:sp>
      <p:sp>
        <p:nvSpPr>
          <p:cNvPr id="117" name="Header Sektor Quick Take"/>
          <p:cNvSpPr txBox="1"/>
          <p:nvPr/>
        </p:nvSpPr>
        <p:spPr>
          <a:xfrm>
            <a:off x="7121012" y="1344168"/>
            <a:ext cx="3197352" cy="256032"/>
          </a:xfrm>
          <a:prstGeom prst="roundRect">
            <a:avLst/>
          </a:prstGeom>
          <a:solidFill>
            <a:schemeClr val="accent1"/>
          </a:solidFill>
          <a:ln w="12700">
            <a:solidFill>
              <a:schemeClr val="bg1"/>
            </a:solidFill>
          </a:ln>
          <a:effectLst>
            <a:outerShdw blurRad="50800" dist="38100" dir="2700000" algn="tl" rotWithShape="0">
              <a:prstClr val="black">
                <a:alpha val="40000"/>
              </a:prstClr>
            </a:outerShdw>
          </a:effectLst>
        </p:spPr>
        <p:style>
          <a:lnRef idx="0">
            <a:schemeClr val="accent1"/>
          </a:lnRef>
          <a:fillRef idx="1">
            <a:schemeClr val="accent1"/>
          </a:fillRef>
          <a:effectRef idx="0">
            <a:schemeClr val="dk1"/>
          </a:effectRef>
          <a:fontRef idx="minor">
            <a:schemeClr val="lt1"/>
          </a:fontRef>
        </p:style>
        <p:txBody>
          <a:bodyPr vert="horz" lIns="91440" tIns="45720" rIns="91440" bIns="45720" rtlCol="0" anchor="ctr">
            <a:noAutofit/>
          </a:bodyPr>
          <a:lstStyle/>
          <a:p>
            <a:pPr marL="0" indent="0" algn="ctr">
              <a:lnSpc>
                <a:spcPct val="100000"/>
              </a:lnSpc>
              <a:spcBef>
                <a:spcPts val="0"/>
              </a:spcBef>
              <a:spcAft>
                <a:spcPts val="0"/>
              </a:spcAft>
              <a:buNone/>
            </a:pPr>
            <a:r>
              <a:rPr lang="de-DE" sz="1000" b="1" dirty="0">
                <a:solidFill>
                  <a:schemeClr val="bg1"/>
                </a:solidFill>
              </a:rPr>
              <a:t>Sektor Quick Take</a:t>
            </a:r>
          </a:p>
        </p:txBody>
      </p:sp>
      <p:sp>
        <p:nvSpPr>
          <p:cNvPr id="118" name="Sektor Quick Take"/>
          <p:cNvSpPr txBox="1"/>
          <p:nvPr/>
        </p:nvSpPr>
        <p:spPr>
          <a:xfrm>
            <a:off x="7121012" y="1673352"/>
            <a:ext cx="3197352" cy="2258568"/>
          </a:xfrm>
          <a:prstGeom prst="rect">
            <a:avLst/>
          </a:prstGeom>
          <a:noFill/>
          <a:ln>
            <a:noFill/>
          </a:ln>
        </p:spPr>
        <p:style>
          <a:lnRef idx="0">
            <a:schemeClr val="accent1"/>
          </a:lnRef>
          <a:fillRef idx="1">
            <a:schemeClr val="accent1"/>
          </a:fillRef>
          <a:effectRef idx="0">
            <a:schemeClr val="dk1"/>
          </a:effectRef>
          <a:fontRef idx="minor">
            <a:schemeClr val="lt1"/>
          </a:fontRef>
        </p:style>
        <p:txBody>
          <a:bodyPr vert="horz" lIns="91440" tIns="54864" rIns="91440" bIns="54864" rtlCol="0" anchor="t">
            <a:noAutofit/>
          </a:bodyPr>
          <a:lstStyle/>
          <a:p>
            <a:pPr marL="0" indent="0" algn="just">
              <a:lnSpc>
                <a:spcPct val="100000"/>
              </a:lnSpc>
              <a:spcBef>
                <a:spcPts val="0"/>
              </a:spcBef>
              <a:spcAft>
                <a:spcPts val="500"/>
              </a:spcAft>
              <a:buNone/>
            </a:pPr>
            <a:r>
              <a:rPr lang="de-DE" sz="900" i="1" dirty="0">
                <a:solidFill>
                  <a:schemeClr val="tx1"/>
                </a:solidFill>
              </a:rPr>
              <a:t xml:space="preserve">"The cumulation of several developments will make </a:t>
            </a:r>
            <a:r>
              <a:rPr lang="de-DE" sz="900" b="1" i="1" dirty="0">
                <a:solidFill>
                  <a:schemeClr val="accent1"/>
                </a:solidFill>
              </a:rPr>
              <a:t>the global defense industry a growth sector</a:t>
            </a:r>
            <a:r>
              <a:rPr lang="de-DE" sz="900" i="1" dirty="0">
                <a:solidFill>
                  <a:schemeClr val="tx1"/>
                </a:solidFill>
              </a:rPr>
              <a:t xml:space="preserve"> over many years, even decades to come: Firstly, European decision makers decided many years ago to </a:t>
            </a:r>
            <a:r>
              <a:rPr lang="de-DE" sz="900" b="1" i="1" dirty="0">
                <a:solidFill>
                  <a:schemeClr val="accent1"/>
                </a:solidFill>
              </a:rPr>
              <a:t>replace a multitude of different defense systems</a:t>
            </a:r>
            <a:r>
              <a:rPr lang="de-DE" sz="900" i="1" dirty="0">
                <a:solidFill>
                  <a:schemeClr val="tx1"/>
                </a:solidFill>
              </a:rPr>
              <a:t xml:space="preserve"> to enforce the use of </a:t>
            </a:r>
            <a:r>
              <a:rPr lang="de-DE" sz="900" b="1" i="1" dirty="0">
                <a:solidFill>
                  <a:schemeClr val="accent1"/>
                </a:solidFill>
              </a:rPr>
              <a:t>common equipment across all European NATO-member states</a:t>
            </a:r>
            <a:r>
              <a:rPr lang="de-DE" sz="900" i="1" dirty="0">
                <a:solidFill>
                  <a:schemeClr val="tx1"/>
                </a:solidFill>
              </a:rPr>
              <a:t>.</a:t>
            </a:r>
          </a:p>
          <a:p>
            <a:pPr marL="0" indent="0" algn="just">
              <a:lnSpc>
                <a:spcPct val="100000"/>
              </a:lnSpc>
              <a:spcBef>
                <a:spcPts val="0"/>
              </a:spcBef>
              <a:spcAft>
                <a:spcPts val="0"/>
              </a:spcAft>
              <a:buNone/>
            </a:pPr>
            <a:r>
              <a:rPr lang="de-DE" sz="900" i="1" dirty="0">
                <a:solidFill>
                  <a:schemeClr val="tx1"/>
                </a:solidFill>
              </a:rPr>
              <a:t xml:space="preserve">Adding-up only the biggest initiatives, </a:t>
            </a:r>
            <a:r>
              <a:rPr lang="de-DE" sz="900" b="1" i="1" dirty="0">
                <a:solidFill>
                  <a:schemeClr val="accent1"/>
                </a:solidFill>
              </a:rPr>
              <a:t>investments into the defense of Europe well exceed EUR 250bn over a period of ten to fifteen years</a:t>
            </a:r>
            <a:r>
              <a:rPr lang="de-DE" sz="900" i="1" dirty="0">
                <a:solidFill>
                  <a:schemeClr val="tx1"/>
                </a:solidFill>
              </a:rPr>
              <a:t xml:space="preserve"> or so. Moreover, it would be naive to consider the above list to be comprehensive, without any further plans and requirements emerging and inflating the shopping list of European governments"</a:t>
            </a:r>
          </a:p>
        </p:txBody>
      </p:sp>
      <p:sp>
        <p:nvSpPr>
          <p:cNvPr id="119" name="Header Defense (bezogene) C"/>
          <p:cNvSpPr txBox="1"/>
          <p:nvPr/>
        </p:nvSpPr>
        <p:spPr>
          <a:xfrm>
            <a:off x="378836" y="4133088"/>
            <a:ext cx="3197352" cy="256032"/>
          </a:xfrm>
          <a:prstGeom prst="roundRect">
            <a:avLst/>
          </a:prstGeom>
          <a:solidFill>
            <a:schemeClr val="accent1"/>
          </a:solidFill>
          <a:ln w="12700">
            <a:solidFill>
              <a:schemeClr val="bg1"/>
            </a:solidFill>
          </a:ln>
          <a:effectLst>
            <a:outerShdw blurRad="50800" dist="38100" dir="2700000" algn="tl" rotWithShape="0">
              <a:prstClr val="black">
                <a:alpha val="40000"/>
              </a:prstClr>
            </a:outerShdw>
          </a:effectLst>
        </p:spPr>
        <p:style>
          <a:lnRef idx="0">
            <a:schemeClr val="accent1"/>
          </a:lnRef>
          <a:fillRef idx="1">
            <a:schemeClr val="accent1"/>
          </a:fillRef>
          <a:effectRef idx="0">
            <a:schemeClr val="dk1"/>
          </a:effectRef>
          <a:fontRef idx="minor">
            <a:schemeClr val="lt1"/>
          </a:fontRef>
        </p:style>
        <p:txBody>
          <a:bodyPr vert="horz" lIns="91440" tIns="45720" rIns="91440" bIns="45720" rtlCol="0" anchor="ctr">
            <a:noAutofit/>
          </a:bodyPr>
          <a:lstStyle/>
          <a:p>
            <a:pPr marL="0" indent="0" algn="ctr">
              <a:lnSpc>
                <a:spcPct val="100000"/>
              </a:lnSpc>
              <a:spcBef>
                <a:spcPts val="0"/>
              </a:spcBef>
              <a:spcAft>
                <a:spcPts val="0"/>
              </a:spcAft>
              <a:buNone/>
            </a:pPr>
            <a:r>
              <a:rPr lang="de-DE" sz="1000" b="1" dirty="0">
                <a:solidFill>
                  <a:schemeClr val="bg1"/>
                </a:solidFill>
              </a:rPr>
              <a:t>Defense (bezogene) Coverage</a:t>
            </a:r>
          </a:p>
        </p:txBody>
      </p:sp>
      <p:pic>
        <p:nvPicPr>
          <p:cNvPr id="120" name="Electrovac"/>
          <p:cNvPicPr>
            <a:picLocks noChangeAspect="1"/>
          </p:cNvPicPr>
          <p:nvPr/>
        </p:nvPicPr>
        <p:blipFill>
          <a:blip r:embed="rId4"/>
          <a:stretch>
            <a:fillRect/>
          </a:stretch>
        </p:blipFill>
        <p:spPr>
          <a:xfrm>
            <a:off x="945175" y="4544789"/>
            <a:ext cx="774253" cy="269305"/>
          </a:xfrm>
          <a:prstGeom prst="rect">
            <a:avLst/>
          </a:prstGeom>
        </p:spPr>
      </p:pic>
      <p:pic>
        <p:nvPicPr>
          <p:cNvPr id="121" name="Gabler"/>
          <p:cNvPicPr>
            <a:picLocks noChangeAspect="1"/>
          </p:cNvPicPr>
          <p:nvPr/>
        </p:nvPicPr>
        <p:blipFill>
          <a:blip r:embed="rId5"/>
          <a:stretch>
            <a:fillRect/>
          </a:stretch>
        </p:blipFill>
        <p:spPr>
          <a:xfrm>
            <a:off x="2384491" y="4597319"/>
            <a:ext cx="774253" cy="164245"/>
          </a:xfrm>
          <a:prstGeom prst="rect">
            <a:avLst/>
          </a:prstGeom>
        </p:spPr>
      </p:pic>
      <p:pic>
        <p:nvPicPr>
          <p:cNvPr id="122" name="Renk"/>
          <p:cNvPicPr>
            <a:picLocks noChangeAspect="1"/>
          </p:cNvPicPr>
          <p:nvPr/>
        </p:nvPicPr>
        <p:blipFill>
          <a:blip r:embed="rId6"/>
          <a:stretch>
            <a:fillRect/>
          </a:stretch>
        </p:blipFill>
        <p:spPr>
          <a:xfrm>
            <a:off x="627532" y="5100431"/>
            <a:ext cx="714695" cy="108997"/>
          </a:xfrm>
          <a:prstGeom prst="rect">
            <a:avLst/>
          </a:prstGeom>
        </p:spPr>
      </p:pic>
      <p:pic>
        <p:nvPicPr>
          <p:cNvPr id="123" name="Rheinmetall"/>
          <p:cNvPicPr>
            <a:picLocks noChangeAspect="1"/>
          </p:cNvPicPr>
          <p:nvPr/>
        </p:nvPicPr>
        <p:blipFill>
          <a:blip r:embed="rId7"/>
          <a:stretch>
            <a:fillRect/>
          </a:stretch>
        </p:blipFill>
        <p:spPr>
          <a:xfrm>
            <a:off x="1620164" y="5057560"/>
            <a:ext cx="714695" cy="194740"/>
          </a:xfrm>
          <a:prstGeom prst="rect">
            <a:avLst/>
          </a:prstGeom>
        </p:spPr>
      </p:pic>
      <p:pic>
        <p:nvPicPr>
          <p:cNvPr id="124" name="Tkms"/>
          <p:cNvPicPr>
            <a:picLocks noChangeAspect="1"/>
          </p:cNvPicPr>
          <p:nvPr/>
        </p:nvPicPr>
        <p:blipFill>
          <a:blip r:embed="rId8"/>
          <a:stretch>
            <a:fillRect/>
          </a:stretch>
        </p:blipFill>
        <p:spPr>
          <a:xfrm>
            <a:off x="2612796" y="4968617"/>
            <a:ext cx="714695" cy="372625"/>
          </a:xfrm>
          <a:prstGeom prst="rect">
            <a:avLst/>
          </a:prstGeom>
        </p:spPr>
      </p:pic>
      <p:pic>
        <p:nvPicPr>
          <p:cNvPr id="125" name="Airbus"/>
          <p:cNvPicPr>
            <a:picLocks noChangeAspect="1"/>
          </p:cNvPicPr>
          <p:nvPr/>
        </p:nvPicPr>
        <p:blipFill>
          <a:blip r:embed="rId9"/>
          <a:stretch>
            <a:fillRect/>
          </a:stretch>
        </p:blipFill>
        <p:spPr>
          <a:xfrm>
            <a:off x="627532" y="5564304"/>
            <a:ext cx="714695" cy="132228"/>
          </a:xfrm>
          <a:prstGeom prst="rect">
            <a:avLst/>
          </a:prstGeom>
        </p:spPr>
      </p:pic>
      <p:pic>
        <p:nvPicPr>
          <p:cNvPr id="126" name="Bertrandt"/>
          <p:cNvPicPr>
            <a:picLocks noChangeAspect="1"/>
          </p:cNvPicPr>
          <p:nvPr/>
        </p:nvPicPr>
        <p:blipFill>
          <a:blip r:embed="rId10"/>
          <a:stretch>
            <a:fillRect/>
          </a:stretch>
        </p:blipFill>
        <p:spPr>
          <a:xfrm>
            <a:off x="1620164" y="5593790"/>
            <a:ext cx="714695" cy="73257"/>
          </a:xfrm>
          <a:prstGeom prst="rect">
            <a:avLst/>
          </a:prstGeom>
        </p:spPr>
      </p:pic>
      <p:pic>
        <p:nvPicPr>
          <p:cNvPr id="127" name="Jenoptik"/>
          <p:cNvPicPr>
            <a:picLocks noChangeAspect="1"/>
          </p:cNvPicPr>
          <p:nvPr/>
        </p:nvPicPr>
        <p:blipFill>
          <a:blip r:embed="rId11"/>
          <a:stretch>
            <a:fillRect/>
          </a:stretch>
        </p:blipFill>
        <p:spPr>
          <a:xfrm>
            <a:off x="2736576" y="5440680"/>
            <a:ext cx="467135" cy="379476"/>
          </a:xfrm>
          <a:prstGeom prst="rect">
            <a:avLst/>
          </a:prstGeom>
        </p:spPr>
      </p:pic>
      <p:pic>
        <p:nvPicPr>
          <p:cNvPr id="128" name="Mtu"/>
          <p:cNvPicPr>
            <a:picLocks noChangeAspect="1"/>
          </p:cNvPicPr>
          <p:nvPr/>
        </p:nvPicPr>
        <p:blipFill>
          <a:blip r:embed="rId12"/>
          <a:stretch>
            <a:fillRect/>
          </a:stretch>
        </p:blipFill>
        <p:spPr>
          <a:xfrm>
            <a:off x="627532" y="5931675"/>
            <a:ext cx="714695" cy="348462"/>
          </a:xfrm>
          <a:prstGeom prst="rect">
            <a:avLst/>
          </a:prstGeom>
        </p:spPr>
      </p:pic>
      <p:pic>
        <p:nvPicPr>
          <p:cNvPr id="129" name="Mutares"/>
          <p:cNvPicPr>
            <a:picLocks noChangeAspect="1"/>
          </p:cNvPicPr>
          <p:nvPr/>
        </p:nvPicPr>
        <p:blipFill>
          <a:blip r:embed="rId13"/>
          <a:stretch>
            <a:fillRect/>
          </a:stretch>
        </p:blipFill>
        <p:spPr>
          <a:xfrm>
            <a:off x="1620164" y="6028474"/>
            <a:ext cx="714695" cy="154863"/>
          </a:xfrm>
          <a:prstGeom prst="rect">
            <a:avLst/>
          </a:prstGeom>
        </p:spPr>
      </p:pic>
      <p:pic>
        <p:nvPicPr>
          <p:cNvPr id="130" name="Sfcenergy"/>
          <p:cNvPicPr>
            <a:picLocks noChangeAspect="1"/>
          </p:cNvPicPr>
          <p:nvPr/>
        </p:nvPicPr>
        <p:blipFill>
          <a:blip r:embed="rId14"/>
          <a:stretch>
            <a:fillRect/>
          </a:stretch>
        </p:blipFill>
        <p:spPr>
          <a:xfrm>
            <a:off x="2612796" y="5939155"/>
            <a:ext cx="714695" cy="333502"/>
          </a:xfrm>
          <a:prstGeom prst="rect">
            <a:avLst/>
          </a:prstGeom>
        </p:spPr>
      </p:pic>
      <p:pic>
        <p:nvPicPr>
          <p:cNvPr id="131" name="Siemens"/>
          <p:cNvPicPr>
            <a:picLocks noChangeAspect="1"/>
          </p:cNvPicPr>
          <p:nvPr/>
        </p:nvPicPr>
        <p:blipFill>
          <a:blip r:embed="rId15"/>
          <a:stretch>
            <a:fillRect/>
          </a:stretch>
        </p:blipFill>
        <p:spPr>
          <a:xfrm>
            <a:off x="1590385" y="6520420"/>
            <a:ext cx="774253" cy="121949"/>
          </a:xfrm>
          <a:prstGeom prst="rect">
            <a:avLst/>
          </a:prstGeom>
        </p:spPr>
      </p:pic>
      <p:cxnSp>
        <p:nvCxnSpPr>
          <p:cNvPr id="132" name="Trennlinie Coverage"/>
          <p:cNvCxnSpPr/>
          <p:nvPr/>
        </p:nvCxnSpPr>
        <p:spPr>
          <a:xfrm>
            <a:off x="470276" y="5392674"/>
            <a:ext cx="3014472" cy="0"/>
          </a:xfrm>
          <a:prstGeom prst="line">
            <a:avLst/>
          </a:prstGeom>
          <a:ln w="12700">
            <a:solidFill>
              <a:schemeClr val="accent6"/>
            </a:solidFill>
            <a:prstDash val="dash"/>
          </a:ln>
        </p:spPr>
      </p:cxnSp>
      <p:sp>
        <p:nvSpPr>
          <p:cNvPr id="133" name="Header Recommendations &amp; Pr"/>
          <p:cNvSpPr txBox="1"/>
          <p:nvPr/>
        </p:nvSpPr>
        <p:spPr>
          <a:xfrm>
            <a:off x="3749924" y="4133088"/>
            <a:ext cx="3197352" cy="256032"/>
          </a:xfrm>
          <a:prstGeom prst="roundRect">
            <a:avLst/>
          </a:prstGeom>
          <a:solidFill>
            <a:schemeClr val="accent1"/>
          </a:solidFill>
          <a:ln w="12700">
            <a:solidFill>
              <a:schemeClr val="bg1"/>
            </a:solidFill>
          </a:ln>
          <a:effectLst>
            <a:outerShdw blurRad="50800" dist="38100" dir="2700000" algn="tl" rotWithShape="0">
              <a:prstClr val="black">
                <a:alpha val="40000"/>
              </a:prstClr>
            </a:outerShdw>
          </a:effectLst>
        </p:spPr>
        <p:style>
          <a:lnRef idx="0">
            <a:schemeClr val="accent1"/>
          </a:lnRef>
          <a:fillRef idx="1">
            <a:schemeClr val="accent1"/>
          </a:fillRef>
          <a:effectRef idx="0">
            <a:schemeClr val="dk1"/>
          </a:effectRef>
          <a:fontRef idx="minor">
            <a:schemeClr val="lt1"/>
          </a:fontRef>
        </p:style>
        <p:txBody>
          <a:bodyPr vert="horz" lIns="91440" tIns="45720" rIns="91440" bIns="45720" rtlCol="0" anchor="ctr">
            <a:noAutofit/>
          </a:bodyPr>
          <a:lstStyle/>
          <a:p>
            <a:pPr marL="0" indent="0" algn="ctr">
              <a:lnSpc>
                <a:spcPct val="100000"/>
              </a:lnSpc>
              <a:spcBef>
                <a:spcPts val="0"/>
              </a:spcBef>
              <a:spcAft>
                <a:spcPts val="0"/>
              </a:spcAft>
              <a:buNone/>
            </a:pPr>
            <a:r>
              <a:rPr lang="de-DE" sz="1000" b="1" dirty="0">
                <a:solidFill>
                  <a:schemeClr val="bg1"/>
                </a:solidFill>
              </a:rPr>
              <a:t>Recommendations &amp; Price targets (PT)</a:t>
            </a:r>
          </a:p>
        </p:txBody>
      </p:sp>
      <p:graphicFrame>
        <p:nvGraphicFramePr>
          <p:cNvPr id="134" name="Recommendations"/>
          <p:cNvGraphicFramePr>
            <a:graphicFrameLocks noGrp="1"/>
          </p:cNvGraphicFramePr>
          <p:nvPr/>
        </p:nvGraphicFramePr>
        <p:xfrm>
          <a:off x="3749924" y="4480560"/>
          <a:ext cx="3197382" cy="2318004"/>
        </p:xfrm>
        <a:graphic>
          <a:graphicData uri="http://schemas.openxmlformats.org/drawingml/2006/table">
            <a:tbl>
              <a:tblPr firstRow="1" bandRow="0">
                <a:tableStyleId>{2D5ABB26-0587-4C30-8999-92F81FD0307C}</a:tableStyleId>
              </a:tblPr>
              <a:tblGrid>
                <a:gridCol w="694944"/>
                <a:gridCol w="566928"/>
                <a:gridCol w="530352"/>
                <a:gridCol w="566928"/>
                <a:gridCol w="838230"/>
              </a:tblGrid>
              <a:tr h="256032">
                <a:tc>
                  <a:txBody>
                    <a:bodyPr/>
                    <a:lstStyle/>
                    <a:p>
                      <a:pPr algn="ctr">
                        <a:lnSpc>
                          <a:spcPct val="90000"/>
                        </a:lnSpc>
                        <a:buNone/>
                      </a:pPr>
                      <a:r>
                        <a:rPr lang="de-DE" sz="700" b="1" dirty="0">
                          <a:solidFill>
                            <a:schemeClr val="accent1"/>
                          </a:solidFill>
                        </a:rPr>
                        <a:t>Company</a:t>
                      </a:r>
                    </a:p>
                  </a:txBody>
                  <a:tcPr marL="18288" marR="18288" marT="0" marB="0" anchor="ctr">
                    <a:lnL w="9525" cap="flat" cmpd="sng" algn="ctr">
                      <a:solidFill>
                        <a:schemeClr val="bg1"/>
                      </a:solidFill>
                      <a:prstDash val="solid"/>
                    </a:lnL>
                    <a:lnR w="9525" cap="flat" cmpd="sng" algn="ctr">
                      <a:solidFill>
                        <a:schemeClr val="bg1"/>
                      </a:solidFill>
                      <a:prstDash val="solid"/>
                    </a:lnR>
                    <a:lnT w="9525" cap="flat" cmpd="sng" algn="ctr">
                      <a:solidFill>
                        <a:schemeClr val="bg1"/>
                      </a:solidFill>
                      <a:prstDash val="solid"/>
                    </a:lnT>
                    <a:lnB w="9525" cap="flat" cmpd="sng" algn="ctr">
                      <a:solidFill>
                        <a:schemeClr val="bg1"/>
                      </a:solidFill>
                      <a:prstDash val="solid"/>
                    </a:lnB>
                    <a:solidFill>
                      <a:srgbClr val="D1E4FD"/>
                    </a:solidFill>
                  </a:tcPr>
                </a:tc>
                <a:tc>
                  <a:txBody>
                    <a:bodyPr/>
                    <a:lstStyle/>
                    <a:p>
                      <a:pPr algn="ctr">
                        <a:lnSpc>
                          <a:spcPct val="90000"/>
                        </a:lnSpc>
                        <a:buNone/>
                      </a:pPr>
                      <a:r>
                        <a:rPr lang="de-DE" sz="700" b="1" dirty="0">
                          <a:solidFill>
                            <a:schemeClr val="accent1"/>
                          </a:solidFill>
                        </a:rPr>
                        <a:t>Recomm.</a:t>
                      </a:r>
                    </a:p>
                  </a:txBody>
                  <a:tcPr marL="18288" marR="18288" marT="0" marB="0" anchor="ctr">
                    <a:lnL w="9525" cap="flat" cmpd="sng" algn="ctr">
                      <a:solidFill>
                        <a:schemeClr val="bg1"/>
                      </a:solidFill>
                      <a:prstDash val="solid"/>
                    </a:lnL>
                    <a:lnR w="9525" cap="flat" cmpd="sng" algn="ctr">
                      <a:solidFill>
                        <a:schemeClr val="bg1"/>
                      </a:solidFill>
                      <a:prstDash val="solid"/>
                    </a:lnR>
                    <a:lnT w="9525" cap="flat" cmpd="sng" algn="ctr">
                      <a:solidFill>
                        <a:schemeClr val="bg1"/>
                      </a:solidFill>
                      <a:prstDash val="solid"/>
                    </a:lnT>
                    <a:lnB w="9525" cap="flat" cmpd="sng" algn="ctr">
                      <a:solidFill>
                        <a:schemeClr val="bg1"/>
                      </a:solidFill>
                      <a:prstDash val="solid"/>
                    </a:lnB>
                    <a:solidFill>
                      <a:srgbClr val="D1E4FD"/>
                    </a:solidFill>
                  </a:tcPr>
                </a:tc>
                <a:tc>
                  <a:txBody>
                    <a:bodyPr/>
                    <a:lstStyle/>
                    <a:p>
                      <a:pPr algn="ctr">
                        <a:lnSpc>
                          <a:spcPct val="90000"/>
                        </a:lnSpc>
                        <a:buNone/>
                      </a:pPr>
                      <a:r>
                        <a:rPr lang="de-DE" sz="700" b="1" dirty="0">
                          <a:solidFill>
                            <a:schemeClr val="accent1"/>
                          </a:solidFill>
                        </a:rPr>
                        <a:t>PT in EUR</a:t>
                      </a:r>
                    </a:p>
                  </a:txBody>
                  <a:tcPr marL="18288" marR="18288" marT="0" marB="0" anchor="ctr">
                    <a:lnL w="9525" cap="flat" cmpd="sng" algn="ctr">
                      <a:solidFill>
                        <a:schemeClr val="bg1"/>
                      </a:solidFill>
                      <a:prstDash val="solid"/>
                    </a:lnL>
                    <a:lnR w="9525" cap="flat" cmpd="sng" algn="ctr">
                      <a:solidFill>
                        <a:schemeClr val="bg1"/>
                      </a:solidFill>
                      <a:prstDash val="solid"/>
                    </a:lnR>
                    <a:lnT w="9525" cap="flat" cmpd="sng" algn="ctr">
                      <a:solidFill>
                        <a:schemeClr val="bg1"/>
                      </a:solidFill>
                      <a:prstDash val="solid"/>
                    </a:lnT>
                    <a:lnB w="9525" cap="flat" cmpd="sng" algn="ctr">
                      <a:solidFill>
                        <a:schemeClr val="bg1"/>
                      </a:solidFill>
                      <a:prstDash val="solid"/>
                    </a:lnB>
                    <a:solidFill>
                      <a:srgbClr val="D1E4FD"/>
                    </a:solidFill>
                  </a:tcPr>
                </a:tc>
                <a:tc>
                  <a:txBody>
                    <a:bodyPr/>
                    <a:lstStyle/>
                    <a:p>
                      <a:pPr algn="ctr">
                        <a:lnSpc>
                          <a:spcPct val="90000"/>
                        </a:lnSpc>
                        <a:buNone/>
                      </a:pPr>
                      <a:r>
                        <a:rPr lang="de-DE" sz="700" b="1" dirty="0">
                          <a:solidFill>
                            <a:schemeClr val="accent1"/>
                          </a:solidFill>
                        </a:rPr>
                        <a:t>Current</a:t>
                      </a:r>
                    </a:p>
                    <a:p>
                      <a:pPr algn="ctr">
                        <a:lnSpc>
                          <a:spcPct val="90000"/>
                        </a:lnSpc>
                        <a:buNone/>
                      </a:pPr>
                      <a:r>
                        <a:rPr lang="de-DE" sz="700" b="1" dirty="0">
                          <a:solidFill>
                            <a:schemeClr val="accent1"/>
                          </a:solidFill>
                        </a:rPr>
                        <a:t>Upside</a:t>
                      </a:r>
                      <a:r>
                        <a:rPr lang="de-DE" sz="700" b="1" baseline="30000" dirty="0">
                          <a:solidFill>
                            <a:schemeClr val="accent1"/>
                          </a:solidFill>
                        </a:rPr>
                        <a:t>1)</a:t>
                      </a:r>
                    </a:p>
                  </a:txBody>
                  <a:tcPr marL="18288" marR="18288" marT="0" marB="0" anchor="ctr">
                    <a:lnL w="9525" cap="flat" cmpd="sng" algn="ctr">
                      <a:solidFill>
                        <a:schemeClr val="bg1"/>
                      </a:solidFill>
                      <a:prstDash val="solid"/>
                    </a:lnL>
                    <a:lnR w="9525" cap="flat" cmpd="sng" algn="ctr">
                      <a:solidFill>
                        <a:schemeClr val="bg1"/>
                      </a:solidFill>
                      <a:prstDash val="solid"/>
                    </a:lnR>
                    <a:lnT w="9525" cap="flat" cmpd="sng" algn="ctr">
                      <a:solidFill>
                        <a:schemeClr val="bg1"/>
                      </a:solidFill>
                      <a:prstDash val="solid"/>
                    </a:lnT>
                    <a:lnB w="9525" cap="flat" cmpd="sng" algn="ctr">
                      <a:solidFill>
                        <a:schemeClr val="bg1"/>
                      </a:solidFill>
                      <a:prstDash val="solid"/>
                    </a:lnB>
                    <a:solidFill>
                      <a:srgbClr val="D1E4FD"/>
                    </a:solidFill>
                  </a:tcPr>
                </a:tc>
                <a:tc>
                  <a:txBody>
                    <a:bodyPr/>
                    <a:lstStyle/>
                    <a:p>
                      <a:pPr algn="ctr">
                        <a:lnSpc>
                          <a:spcPct val="90000"/>
                        </a:lnSpc>
                        <a:buNone/>
                      </a:pPr>
                      <a:r>
                        <a:rPr lang="de-DE" sz="700" b="1" dirty="0">
                          <a:solidFill>
                            <a:schemeClr val="accent1"/>
                          </a:solidFill>
                        </a:rPr>
                        <a:t>Last Update</a:t>
                      </a:r>
                    </a:p>
                  </a:txBody>
                  <a:tcPr marL="18288" marR="18288" marT="0" marB="0" anchor="ctr">
                    <a:lnL w="9525" cap="flat" cmpd="sng" algn="ctr">
                      <a:solidFill>
                        <a:schemeClr val="bg1"/>
                      </a:solidFill>
                      <a:prstDash val="solid"/>
                    </a:lnL>
                    <a:lnR w="9525" cap="flat" cmpd="sng" algn="ctr">
                      <a:solidFill>
                        <a:schemeClr val="bg1"/>
                      </a:solidFill>
                      <a:prstDash val="solid"/>
                    </a:lnR>
                    <a:lnT w="9525" cap="flat" cmpd="sng" algn="ctr">
                      <a:solidFill>
                        <a:schemeClr val="bg1"/>
                      </a:solidFill>
                      <a:prstDash val="solid"/>
                    </a:lnT>
                    <a:lnB w="9525" cap="flat" cmpd="sng" algn="ctr">
                      <a:solidFill>
                        <a:schemeClr val="bg1"/>
                      </a:solidFill>
                      <a:prstDash val="solid"/>
                    </a:lnB>
                    <a:solidFill>
                      <a:srgbClr val="D1E4FD"/>
                    </a:solidFill>
                  </a:tcPr>
                </a:tc>
              </a:tr>
              <a:tr h="187452">
                <a:tc>
                  <a:txBody>
                    <a:bodyPr/>
                    <a:lstStyle/>
                    <a:p>
                      <a:pPr algn="l">
                        <a:lnSpc>
                          <a:spcPct val="90000"/>
                        </a:lnSpc>
                        <a:buNone/>
                      </a:pPr>
                      <a:r>
                        <a:rPr lang="de-DE" sz="750" dirty="0">
                          <a:solidFill>
                            <a:schemeClr val="tx1"/>
                          </a:solidFill>
                        </a:rPr>
                        <a:t>Gabler</a:t>
                      </a:r>
                    </a:p>
                  </a:txBody>
                  <a:tcPr marL="54864" marR="45720" marT="0" marB="0" anchor="ctr">
                    <a:lnL w="9525" cap="flat" cmpd="sng" algn="ctr">
                      <a:solidFill>
                        <a:schemeClr val="bg1"/>
                      </a:solidFill>
                      <a:prstDash val="solid"/>
                    </a:lnL>
                    <a:lnR w="9525" cap="flat" cmpd="sng" algn="ctr">
                      <a:solidFill>
                        <a:schemeClr val="bg1"/>
                      </a:solidFill>
                      <a:prstDash val="solid"/>
                    </a:lnR>
                    <a:lnT w="9525" cap="flat" cmpd="sng" algn="ctr">
                      <a:solidFill>
                        <a:schemeClr val="bg1"/>
                      </a:solidFill>
                      <a:prstDash val="solid"/>
                    </a:lnT>
                    <a:lnB w="9525" cap="flat" cmpd="sng" algn="ctr">
                      <a:solidFill>
                        <a:schemeClr val="bg1"/>
                      </a:solidFill>
                      <a:prstDash val="solid"/>
                    </a:lnB>
                    <a:solidFill>
                      <a:schemeClr val="bg1">
                        <a:lumMod val="95000"/>
                      </a:schemeClr>
                    </a:solidFill>
                  </a:tcPr>
                </a:tc>
                <a:tc>
                  <a:txBody>
                    <a:bodyPr/>
                    <a:lstStyle/>
                    <a:p>
                      <a:pPr algn="ctr">
                        <a:lnSpc>
                          <a:spcPct val="90000"/>
                        </a:lnSpc>
                        <a:buNone/>
                      </a:pPr>
                      <a:r>
                        <a:rPr lang="de-DE" sz="750" b="1" dirty="0">
                          <a:solidFill>
                            <a:srgbClr val="00A550"/>
                          </a:solidFill>
                        </a:rPr>
                        <a:t>BUY</a:t>
                      </a:r>
                    </a:p>
                  </a:txBody>
                  <a:tcPr marL="45720" marR="45720" marT="0" marB="0" anchor="ctr">
                    <a:lnL w="9525" cap="flat" cmpd="sng" algn="ctr">
                      <a:solidFill>
                        <a:schemeClr val="bg1"/>
                      </a:solidFill>
                      <a:prstDash val="solid"/>
                    </a:lnL>
                    <a:lnR w="9525" cap="flat" cmpd="sng" algn="ctr">
                      <a:solidFill>
                        <a:schemeClr val="bg1"/>
                      </a:solidFill>
                      <a:prstDash val="solid"/>
                    </a:lnR>
                    <a:lnT w="9525" cap="flat" cmpd="sng" algn="ctr">
                      <a:solidFill>
                        <a:schemeClr val="bg1"/>
                      </a:solidFill>
                      <a:prstDash val="solid"/>
                    </a:lnT>
                    <a:lnB w="9525" cap="flat" cmpd="sng" algn="ctr">
                      <a:solidFill>
                        <a:schemeClr val="bg1"/>
                      </a:solidFill>
                      <a:prstDash val="solid"/>
                    </a:lnB>
                    <a:solidFill>
                      <a:schemeClr val="bg1">
                        <a:lumMod val="95000"/>
                      </a:schemeClr>
                    </a:solidFill>
                  </a:tcPr>
                </a:tc>
                <a:tc>
                  <a:txBody>
                    <a:bodyPr/>
                    <a:lstStyle/>
                    <a:p>
                      <a:pPr algn="r">
                        <a:lnSpc>
                          <a:spcPct val="90000"/>
                        </a:lnSpc>
                        <a:buNone/>
                      </a:pPr>
                      <a:r>
                        <a:rPr lang="de-DE" sz="750" dirty="0">
                          <a:solidFill>
                            <a:schemeClr val="tx1"/>
                          </a:solidFill>
                        </a:rPr>
                        <a:t>64</a:t>
                      </a:r>
                    </a:p>
                  </a:txBody>
                  <a:tcPr marL="45720" marR="73152" marT="0" marB="0" anchor="ctr">
                    <a:lnL w="9525" cap="flat" cmpd="sng" algn="ctr">
                      <a:solidFill>
                        <a:schemeClr val="bg1"/>
                      </a:solidFill>
                      <a:prstDash val="solid"/>
                    </a:lnL>
                    <a:lnR w="9525" cap="flat" cmpd="sng" algn="ctr">
                      <a:solidFill>
                        <a:schemeClr val="bg1"/>
                      </a:solidFill>
                      <a:prstDash val="solid"/>
                    </a:lnR>
                    <a:lnT w="9525" cap="flat" cmpd="sng" algn="ctr">
                      <a:solidFill>
                        <a:schemeClr val="bg1"/>
                      </a:solidFill>
                      <a:prstDash val="solid"/>
                    </a:lnT>
                    <a:lnB w="9525" cap="flat" cmpd="sng" algn="ctr">
                      <a:solidFill>
                        <a:schemeClr val="bg1"/>
                      </a:solidFill>
                      <a:prstDash val="solid"/>
                    </a:lnB>
                    <a:solidFill>
                      <a:schemeClr val="bg1">
                        <a:lumMod val="95000"/>
                      </a:schemeClr>
                    </a:solidFill>
                  </a:tcPr>
                </a:tc>
                <a:tc>
                  <a:txBody>
                    <a:bodyPr/>
                    <a:lstStyle/>
                    <a:p>
                      <a:pPr algn="ctr">
                        <a:lnSpc>
                          <a:spcPct val="90000"/>
                        </a:lnSpc>
                        <a:buNone/>
                      </a:pPr>
                      <a:r>
                        <a:rPr lang="de-DE" sz="750" i="1" dirty="0">
                          <a:solidFill>
                            <a:schemeClr val="accent1"/>
                          </a:solidFill>
                        </a:rPr>
                        <a:t>+40%</a:t>
                      </a:r>
                    </a:p>
                  </a:txBody>
                  <a:tcPr marL="45720" marR="45720" marT="0" marB="0" anchor="ctr">
                    <a:lnL w="9525" cap="flat" cmpd="sng" algn="ctr">
                      <a:solidFill>
                        <a:schemeClr val="bg1"/>
                      </a:solidFill>
                      <a:prstDash val="solid"/>
                    </a:lnL>
                    <a:lnR w="9525" cap="flat" cmpd="sng" algn="ctr">
                      <a:solidFill>
                        <a:schemeClr val="bg1"/>
                      </a:solidFill>
                      <a:prstDash val="solid"/>
                    </a:lnR>
                    <a:lnT w="9525" cap="flat" cmpd="sng" algn="ctr">
                      <a:solidFill>
                        <a:schemeClr val="bg1"/>
                      </a:solidFill>
                      <a:prstDash val="solid"/>
                    </a:lnT>
                    <a:lnB w="9525" cap="flat" cmpd="sng" algn="ctr">
                      <a:solidFill>
                        <a:schemeClr val="bg1"/>
                      </a:solidFill>
                      <a:prstDash val="solid"/>
                    </a:lnB>
                    <a:solidFill>
                      <a:schemeClr val="bg1">
                        <a:lumMod val="95000"/>
                      </a:schemeClr>
                    </a:solidFill>
                  </a:tcPr>
                </a:tc>
                <a:tc>
                  <a:txBody>
                    <a:bodyPr/>
                    <a:lstStyle/>
                    <a:p>
                      <a:pPr algn="ctr">
                        <a:lnSpc>
                          <a:spcPct val="90000"/>
                        </a:lnSpc>
                        <a:buNone/>
                      </a:pPr>
                      <a:r>
                        <a:rPr lang="de-DE" sz="750" dirty="0">
                          <a:solidFill>
                            <a:schemeClr val="tx1"/>
                          </a:solidFill>
                        </a:rPr>
                        <a:t>Apr 21, 2026</a:t>
                      </a:r>
                    </a:p>
                  </a:txBody>
                  <a:tcPr marL="45720" marR="45720" marT="0" marB="0" anchor="ctr">
                    <a:lnL w="9525" cap="flat" cmpd="sng" algn="ctr">
                      <a:solidFill>
                        <a:schemeClr val="bg1"/>
                      </a:solidFill>
                      <a:prstDash val="solid"/>
                    </a:lnL>
                    <a:lnR w="9525" cap="flat" cmpd="sng" algn="ctr">
                      <a:solidFill>
                        <a:schemeClr val="bg1"/>
                      </a:solidFill>
                      <a:prstDash val="solid"/>
                    </a:lnR>
                    <a:lnT w="9525" cap="flat" cmpd="sng" algn="ctr">
                      <a:solidFill>
                        <a:schemeClr val="bg1"/>
                      </a:solidFill>
                      <a:prstDash val="solid"/>
                    </a:lnT>
                    <a:lnB w="9525" cap="flat" cmpd="sng" algn="ctr">
                      <a:solidFill>
                        <a:schemeClr val="bg1"/>
                      </a:solidFill>
                      <a:prstDash val="solid"/>
                    </a:lnB>
                    <a:solidFill>
                      <a:schemeClr val="bg1">
                        <a:lumMod val="95000"/>
                      </a:schemeClr>
                    </a:solidFill>
                  </a:tcPr>
                </a:tc>
              </a:tr>
              <a:tr h="187452">
                <a:tc>
                  <a:txBody>
                    <a:bodyPr/>
                    <a:lstStyle/>
                    <a:p>
                      <a:pPr algn="l">
                        <a:lnSpc>
                          <a:spcPct val="90000"/>
                        </a:lnSpc>
                        <a:buNone/>
                      </a:pPr>
                      <a:r>
                        <a:rPr lang="de-DE" sz="750" dirty="0">
                          <a:solidFill>
                            <a:schemeClr val="tx1"/>
                          </a:solidFill>
                        </a:rPr>
                        <a:t>Renk</a:t>
                      </a:r>
                    </a:p>
                  </a:txBody>
                  <a:tcPr marL="54864" marR="45720" marT="0" marB="0" anchor="ctr">
                    <a:lnL w="9525" cap="flat" cmpd="sng" algn="ctr">
                      <a:solidFill>
                        <a:schemeClr val="bg1"/>
                      </a:solidFill>
                      <a:prstDash val="solid"/>
                    </a:lnL>
                    <a:lnR w="9525" cap="flat" cmpd="sng" algn="ctr">
                      <a:solidFill>
                        <a:schemeClr val="bg1"/>
                      </a:solidFill>
                      <a:prstDash val="solid"/>
                    </a:lnR>
                    <a:lnT w="9525" cap="flat" cmpd="sng" algn="ctr">
                      <a:solidFill>
                        <a:schemeClr val="bg1"/>
                      </a:solidFill>
                      <a:prstDash val="solid"/>
                    </a:lnT>
                    <a:lnB w="9525" cap="flat" cmpd="sng" algn="ctr">
                      <a:solidFill>
                        <a:schemeClr val="bg1"/>
                      </a:solidFill>
                      <a:prstDash val="solid"/>
                    </a:lnB>
                    <a:solidFill>
                      <a:schemeClr val="bg1"/>
                    </a:solidFill>
                  </a:tcPr>
                </a:tc>
                <a:tc>
                  <a:txBody>
                    <a:bodyPr/>
                    <a:lstStyle/>
                    <a:p>
                      <a:pPr algn="ctr">
                        <a:lnSpc>
                          <a:spcPct val="90000"/>
                        </a:lnSpc>
                        <a:buNone/>
                      </a:pPr>
                      <a:r>
                        <a:rPr lang="de-DE" sz="750" b="1" dirty="0">
                          <a:solidFill>
                            <a:srgbClr val="00A550"/>
                          </a:solidFill>
                        </a:rPr>
                        <a:t>BUY</a:t>
                      </a:r>
                    </a:p>
                  </a:txBody>
                  <a:tcPr marL="45720" marR="45720" marT="0" marB="0" anchor="ctr">
                    <a:lnL w="9525" cap="flat" cmpd="sng" algn="ctr">
                      <a:solidFill>
                        <a:schemeClr val="bg1"/>
                      </a:solidFill>
                      <a:prstDash val="solid"/>
                    </a:lnL>
                    <a:lnR w="9525" cap="flat" cmpd="sng" algn="ctr">
                      <a:solidFill>
                        <a:schemeClr val="bg1"/>
                      </a:solidFill>
                      <a:prstDash val="solid"/>
                    </a:lnR>
                    <a:lnT w="9525" cap="flat" cmpd="sng" algn="ctr">
                      <a:solidFill>
                        <a:schemeClr val="bg1"/>
                      </a:solidFill>
                      <a:prstDash val="solid"/>
                    </a:lnT>
                    <a:lnB w="9525" cap="flat" cmpd="sng" algn="ctr">
                      <a:solidFill>
                        <a:schemeClr val="bg1"/>
                      </a:solidFill>
                      <a:prstDash val="solid"/>
                    </a:lnB>
                    <a:solidFill>
                      <a:schemeClr val="bg1"/>
                    </a:solidFill>
                  </a:tcPr>
                </a:tc>
                <a:tc>
                  <a:txBody>
                    <a:bodyPr/>
                    <a:lstStyle/>
                    <a:p>
                      <a:pPr algn="r">
                        <a:lnSpc>
                          <a:spcPct val="90000"/>
                        </a:lnSpc>
                        <a:buNone/>
                      </a:pPr>
                      <a:r>
                        <a:rPr lang="de-DE" sz="750" dirty="0">
                          <a:solidFill>
                            <a:schemeClr val="tx1"/>
                          </a:solidFill>
                        </a:rPr>
                        <a:t>75</a:t>
                      </a:r>
                    </a:p>
                  </a:txBody>
                  <a:tcPr marL="45720" marR="73152" marT="0" marB="0" anchor="ctr">
                    <a:lnL w="9525" cap="flat" cmpd="sng" algn="ctr">
                      <a:solidFill>
                        <a:schemeClr val="bg1"/>
                      </a:solidFill>
                      <a:prstDash val="solid"/>
                    </a:lnL>
                    <a:lnR w="9525" cap="flat" cmpd="sng" algn="ctr">
                      <a:solidFill>
                        <a:schemeClr val="bg1"/>
                      </a:solidFill>
                      <a:prstDash val="solid"/>
                    </a:lnR>
                    <a:lnT w="9525" cap="flat" cmpd="sng" algn="ctr">
                      <a:solidFill>
                        <a:schemeClr val="bg1"/>
                      </a:solidFill>
                      <a:prstDash val="solid"/>
                    </a:lnT>
                    <a:lnB w="9525" cap="flat" cmpd="sng" algn="ctr">
                      <a:solidFill>
                        <a:schemeClr val="bg1"/>
                      </a:solidFill>
                      <a:prstDash val="solid"/>
                    </a:lnB>
                    <a:solidFill>
                      <a:schemeClr val="bg1"/>
                    </a:solidFill>
                  </a:tcPr>
                </a:tc>
                <a:tc>
                  <a:txBody>
                    <a:bodyPr/>
                    <a:lstStyle/>
                    <a:p>
                      <a:pPr algn="ctr">
                        <a:lnSpc>
                          <a:spcPct val="90000"/>
                        </a:lnSpc>
                        <a:buNone/>
                      </a:pPr>
                      <a:r>
                        <a:rPr lang="de-DE" sz="750" i="1" dirty="0">
                          <a:solidFill>
                            <a:schemeClr val="accent1"/>
                          </a:solidFill>
                        </a:rPr>
                        <a:t>+43%</a:t>
                      </a:r>
                    </a:p>
                  </a:txBody>
                  <a:tcPr marL="45720" marR="45720" marT="0" marB="0" anchor="ctr">
                    <a:lnL w="9525" cap="flat" cmpd="sng" algn="ctr">
                      <a:solidFill>
                        <a:schemeClr val="bg1"/>
                      </a:solidFill>
                      <a:prstDash val="solid"/>
                    </a:lnL>
                    <a:lnR w="9525" cap="flat" cmpd="sng" algn="ctr">
                      <a:solidFill>
                        <a:schemeClr val="bg1"/>
                      </a:solidFill>
                      <a:prstDash val="solid"/>
                    </a:lnR>
                    <a:lnT w="9525" cap="flat" cmpd="sng" algn="ctr">
                      <a:solidFill>
                        <a:schemeClr val="bg1"/>
                      </a:solidFill>
                      <a:prstDash val="solid"/>
                    </a:lnT>
                    <a:lnB w="9525" cap="flat" cmpd="sng" algn="ctr">
                      <a:solidFill>
                        <a:schemeClr val="bg1"/>
                      </a:solidFill>
                      <a:prstDash val="solid"/>
                    </a:lnB>
                    <a:solidFill>
                      <a:schemeClr val="bg1"/>
                    </a:solidFill>
                  </a:tcPr>
                </a:tc>
                <a:tc>
                  <a:txBody>
                    <a:bodyPr/>
                    <a:lstStyle/>
                    <a:p>
                      <a:pPr algn="ctr">
                        <a:lnSpc>
                          <a:spcPct val="90000"/>
                        </a:lnSpc>
                        <a:buNone/>
                      </a:pPr>
                      <a:r>
                        <a:rPr lang="de-DE" sz="750" dirty="0">
                          <a:solidFill>
                            <a:schemeClr val="tx1"/>
                          </a:solidFill>
                        </a:rPr>
                        <a:t>Mar 09, 2026</a:t>
                      </a:r>
                    </a:p>
                  </a:txBody>
                  <a:tcPr marL="45720" marR="45720" marT="0" marB="0" anchor="ctr">
                    <a:lnL w="9525" cap="flat" cmpd="sng" algn="ctr">
                      <a:solidFill>
                        <a:schemeClr val="bg1"/>
                      </a:solidFill>
                      <a:prstDash val="solid"/>
                    </a:lnL>
                    <a:lnR w="9525" cap="flat" cmpd="sng" algn="ctr">
                      <a:solidFill>
                        <a:schemeClr val="bg1"/>
                      </a:solidFill>
                      <a:prstDash val="solid"/>
                    </a:lnR>
                    <a:lnT w="9525" cap="flat" cmpd="sng" algn="ctr">
                      <a:solidFill>
                        <a:schemeClr val="bg1"/>
                      </a:solidFill>
                      <a:prstDash val="solid"/>
                    </a:lnT>
                    <a:lnB w="9525" cap="flat" cmpd="sng" algn="ctr">
                      <a:solidFill>
                        <a:schemeClr val="bg1"/>
                      </a:solidFill>
                      <a:prstDash val="solid"/>
                    </a:lnB>
                    <a:solidFill>
                      <a:schemeClr val="bg1"/>
                    </a:solidFill>
                  </a:tcPr>
                </a:tc>
              </a:tr>
              <a:tr h="187452">
                <a:tc>
                  <a:txBody>
                    <a:bodyPr/>
                    <a:lstStyle/>
                    <a:p>
                      <a:pPr algn="l">
                        <a:lnSpc>
                          <a:spcPct val="90000"/>
                        </a:lnSpc>
                        <a:buNone/>
                      </a:pPr>
                      <a:r>
                        <a:rPr lang="de-DE" sz="750" dirty="0">
                          <a:solidFill>
                            <a:schemeClr val="tx1"/>
                          </a:solidFill>
                        </a:rPr>
                        <a:t>Rheinmetall</a:t>
                      </a:r>
                    </a:p>
                  </a:txBody>
                  <a:tcPr marL="54864" marR="45720" marT="0" marB="0" anchor="ctr">
                    <a:lnL w="9525" cap="flat" cmpd="sng" algn="ctr">
                      <a:solidFill>
                        <a:schemeClr val="bg1"/>
                      </a:solidFill>
                      <a:prstDash val="solid"/>
                    </a:lnL>
                    <a:lnR w="9525" cap="flat" cmpd="sng" algn="ctr">
                      <a:solidFill>
                        <a:schemeClr val="bg1"/>
                      </a:solidFill>
                      <a:prstDash val="solid"/>
                    </a:lnR>
                    <a:lnT w="9525" cap="flat" cmpd="sng" algn="ctr">
                      <a:solidFill>
                        <a:schemeClr val="bg1"/>
                      </a:solidFill>
                      <a:prstDash val="solid"/>
                    </a:lnT>
                    <a:lnB w="9525" cap="flat" cmpd="sng" algn="ctr">
                      <a:solidFill>
                        <a:schemeClr val="bg1"/>
                      </a:solidFill>
                      <a:prstDash val="solid"/>
                    </a:lnB>
                    <a:solidFill>
                      <a:schemeClr val="bg1">
                        <a:lumMod val="95000"/>
                      </a:schemeClr>
                    </a:solidFill>
                  </a:tcPr>
                </a:tc>
                <a:tc>
                  <a:txBody>
                    <a:bodyPr/>
                    <a:lstStyle/>
                    <a:p>
                      <a:pPr algn="ctr">
                        <a:lnSpc>
                          <a:spcPct val="90000"/>
                        </a:lnSpc>
                        <a:buNone/>
                      </a:pPr>
                      <a:r>
                        <a:rPr lang="de-DE" sz="750" b="1" dirty="0">
                          <a:solidFill>
                            <a:srgbClr val="00A550"/>
                          </a:solidFill>
                        </a:rPr>
                        <a:t>BUY</a:t>
                      </a:r>
                    </a:p>
                  </a:txBody>
                  <a:tcPr marL="45720" marR="45720" marT="0" marB="0" anchor="ctr">
                    <a:lnL w="9525" cap="flat" cmpd="sng" algn="ctr">
                      <a:solidFill>
                        <a:schemeClr val="bg1"/>
                      </a:solidFill>
                      <a:prstDash val="solid"/>
                    </a:lnL>
                    <a:lnR w="9525" cap="flat" cmpd="sng" algn="ctr">
                      <a:solidFill>
                        <a:schemeClr val="bg1"/>
                      </a:solidFill>
                      <a:prstDash val="solid"/>
                    </a:lnR>
                    <a:lnT w="9525" cap="flat" cmpd="sng" algn="ctr">
                      <a:solidFill>
                        <a:schemeClr val="bg1"/>
                      </a:solidFill>
                      <a:prstDash val="solid"/>
                    </a:lnT>
                    <a:lnB w="9525" cap="flat" cmpd="sng" algn="ctr">
                      <a:solidFill>
                        <a:schemeClr val="bg1"/>
                      </a:solidFill>
                      <a:prstDash val="solid"/>
                    </a:lnB>
                    <a:solidFill>
                      <a:schemeClr val="bg1">
                        <a:lumMod val="95000"/>
                      </a:schemeClr>
                    </a:solidFill>
                  </a:tcPr>
                </a:tc>
                <a:tc>
                  <a:txBody>
                    <a:bodyPr/>
                    <a:lstStyle/>
                    <a:p>
                      <a:pPr algn="r">
                        <a:lnSpc>
                          <a:spcPct val="90000"/>
                        </a:lnSpc>
                        <a:buNone/>
                      </a:pPr>
                      <a:r>
                        <a:rPr lang="de-DE" sz="750" dirty="0">
                          <a:solidFill>
                            <a:schemeClr val="tx1"/>
                          </a:solidFill>
                        </a:rPr>
                        <a:t>2,180</a:t>
                      </a:r>
                    </a:p>
                  </a:txBody>
                  <a:tcPr marL="45720" marR="73152" marT="0" marB="0" anchor="ctr">
                    <a:lnL w="9525" cap="flat" cmpd="sng" algn="ctr">
                      <a:solidFill>
                        <a:schemeClr val="bg1"/>
                      </a:solidFill>
                      <a:prstDash val="solid"/>
                    </a:lnL>
                    <a:lnR w="9525" cap="flat" cmpd="sng" algn="ctr">
                      <a:solidFill>
                        <a:schemeClr val="bg1"/>
                      </a:solidFill>
                      <a:prstDash val="solid"/>
                    </a:lnR>
                    <a:lnT w="9525" cap="flat" cmpd="sng" algn="ctr">
                      <a:solidFill>
                        <a:schemeClr val="bg1"/>
                      </a:solidFill>
                      <a:prstDash val="solid"/>
                    </a:lnT>
                    <a:lnB w="9525" cap="flat" cmpd="sng" algn="ctr">
                      <a:solidFill>
                        <a:schemeClr val="bg1"/>
                      </a:solidFill>
                      <a:prstDash val="solid"/>
                    </a:lnB>
                    <a:solidFill>
                      <a:schemeClr val="bg1">
                        <a:lumMod val="95000"/>
                      </a:schemeClr>
                    </a:solidFill>
                  </a:tcPr>
                </a:tc>
                <a:tc>
                  <a:txBody>
                    <a:bodyPr/>
                    <a:lstStyle/>
                    <a:p>
                      <a:pPr algn="ctr">
                        <a:lnSpc>
                          <a:spcPct val="90000"/>
                        </a:lnSpc>
                        <a:buNone/>
                      </a:pPr>
                      <a:r>
                        <a:rPr lang="de-DE" sz="750" i="1" dirty="0">
                          <a:solidFill>
                            <a:schemeClr val="accent1"/>
                          </a:solidFill>
                        </a:rPr>
                        <a:t>+81%</a:t>
                      </a:r>
                    </a:p>
                  </a:txBody>
                  <a:tcPr marL="45720" marR="45720" marT="0" marB="0" anchor="ctr">
                    <a:lnL w="9525" cap="flat" cmpd="sng" algn="ctr">
                      <a:solidFill>
                        <a:schemeClr val="bg1"/>
                      </a:solidFill>
                      <a:prstDash val="solid"/>
                    </a:lnL>
                    <a:lnR w="9525" cap="flat" cmpd="sng" algn="ctr">
                      <a:solidFill>
                        <a:schemeClr val="bg1"/>
                      </a:solidFill>
                      <a:prstDash val="solid"/>
                    </a:lnR>
                    <a:lnT w="9525" cap="flat" cmpd="sng" algn="ctr">
                      <a:solidFill>
                        <a:schemeClr val="bg1"/>
                      </a:solidFill>
                      <a:prstDash val="solid"/>
                    </a:lnT>
                    <a:lnB w="9525" cap="flat" cmpd="sng" algn="ctr">
                      <a:solidFill>
                        <a:schemeClr val="bg1"/>
                      </a:solidFill>
                      <a:prstDash val="solid"/>
                    </a:lnB>
                    <a:solidFill>
                      <a:schemeClr val="bg1">
                        <a:lumMod val="95000"/>
                      </a:schemeClr>
                    </a:solidFill>
                  </a:tcPr>
                </a:tc>
                <a:tc>
                  <a:txBody>
                    <a:bodyPr/>
                    <a:lstStyle/>
                    <a:p>
                      <a:pPr algn="ctr">
                        <a:lnSpc>
                          <a:spcPct val="90000"/>
                        </a:lnSpc>
                        <a:buNone/>
                      </a:pPr>
                      <a:r>
                        <a:rPr lang="de-DE" sz="750" dirty="0">
                          <a:solidFill>
                            <a:schemeClr val="tx1"/>
                          </a:solidFill>
                        </a:rPr>
                        <a:t>May 07, 2026</a:t>
                      </a:r>
                    </a:p>
                  </a:txBody>
                  <a:tcPr marL="45720" marR="45720" marT="0" marB="0" anchor="ctr">
                    <a:lnL w="9525" cap="flat" cmpd="sng" algn="ctr">
                      <a:solidFill>
                        <a:schemeClr val="bg1"/>
                      </a:solidFill>
                      <a:prstDash val="solid"/>
                    </a:lnL>
                    <a:lnR w="9525" cap="flat" cmpd="sng" algn="ctr">
                      <a:solidFill>
                        <a:schemeClr val="bg1"/>
                      </a:solidFill>
                      <a:prstDash val="solid"/>
                    </a:lnR>
                    <a:lnT w="9525" cap="flat" cmpd="sng" algn="ctr">
                      <a:solidFill>
                        <a:schemeClr val="bg1"/>
                      </a:solidFill>
                      <a:prstDash val="solid"/>
                    </a:lnT>
                    <a:lnB w="9525" cap="flat" cmpd="sng" algn="ctr">
                      <a:solidFill>
                        <a:schemeClr val="bg1"/>
                      </a:solidFill>
                      <a:prstDash val="solid"/>
                    </a:lnB>
                    <a:solidFill>
                      <a:schemeClr val="bg1">
                        <a:lumMod val="95000"/>
                      </a:schemeClr>
                    </a:solidFill>
                  </a:tcPr>
                </a:tc>
              </a:tr>
              <a:tr h="187452">
                <a:tc>
                  <a:txBody>
                    <a:bodyPr/>
                    <a:lstStyle/>
                    <a:p>
                      <a:pPr algn="l">
                        <a:lnSpc>
                          <a:spcPct val="90000"/>
                        </a:lnSpc>
                        <a:buNone/>
                      </a:pPr>
                      <a:r>
                        <a:rPr lang="de-DE" sz="750" dirty="0">
                          <a:solidFill>
                            <a:schemeClr val="tx1"/>
                          </a:solidFill>
                        </a:rPr>
                        <a:t>TKMS</a:t>
                      </a:r>
                    </a:p>
                  </a:txBody>
                  <a:tcPr marL="54864" marR="45720" marT="0" marB="0" anchor="ctr">
                    <a:lnL w="9525" cap="flat" cmpd="sng" algn="ctr">
                      <a:solidFill>
                        <a:schemeClr val="bg1"/>
                      </a:solidFill>
                      <a:prstDash val="solid"/>
                    </a:lnL>
                    <a:lnR w="9525" cap="flat" cmpd="sng" algn="ctr">
                      <a:solidFill>
                        <a:schemeClr val="bg1"/>
                      </a:solidFill>
                      <a:prstDash val="solid"/>
                    </a:lnR>
                    <a:lnT w="9525" cap="flat" cmpd="sng" algn="ctr">
                      <a:solidFill>
                        <a:schemeClr val="bg1"/>
                      </a:solidFill>
                      <a:prstDash val="solid"/>
                    </a:lnT>
                    <a:lnB w="9525" cap="flat" cmpd="sng" algn="ctr">
                      <a:solidFill>
                        <a:schemeClr val="bg1"/>
                      </a:solidFill>
                      <a:prstDash val="solid"/>
                    </a:lnB>
                    <a:solidFill>
                      <a:schemeClr val="bg1"/>
                    </a:solidFill>
                  </a:tcPr>
                </a:tc>
                <a:tc>
                  <a:txBody>
                    <a:bodyPr/>
                    <a:lstStyle/>
                    <a:p>
                      <a:pPr algn="ctr">
                        <a:lnSpc>
                          <a:spcPct val="90000"/>
                        </a:lnSpc>
                        <a:buNone/>
                      </a:pPr>
                      <a:r>
                        <a:rPr lang="de-DE" sz="750" b="1" dirty="0">
                          <a:solidFill>
                            <a:srgbClr val="00A550"/>
                          </a:solidFill>
                        </a:rPr>
                        <a:t>BUY</a:t>
                      </a:r>
                    </a:p>
                  </a:txBody>
                  <a:tcPr marL="45720" marR="45720" marT="0" marB="0" anchor="ctr">
                    <a:lnL w="9525" cap="flat" cmpd="sng" algn="ctr">
                      <a:solidFill>
                        <a:schemeClr val="bg1"/>
                      </a:solidFill>
                      <a:prstDash val="solid"/>
                    </a:lnL>
                    <a:lnR w="9525" cap="flat" cmpd="sng" algn="ctr">
                      <a:solidFill>
                        <a:schemeClr val="bg1"/>
                      </a:solidFill>
                      <a:prstDash val="solid"/>
                    </a:lnR>
                    <a:lnT w="9525" cap="flat" cmpd="sng" algn="ctr">
                      <a:solidFill>
                        <a:schemeClr val="bg1"/>
                      </a:solidFill>
                      <a:prstDash val="solid"/>
                    </a:lnT>
                    <a:lnB w="9525" cap="flat" cmpd="sng" algn="ctr">
                      <a:solidFill>
                        <a:schemeClr val="bg1"/>
                      </a:solidFill>
                      <a:prstDash val="solid"/>
                    </a:lnB>
                    <a:solidFill>
                      <a:schemeClr val="bg1"/>
                    </a:solidFill>
                  </a:tcPr>
                </a:tc>
                <a:tc>
                  <a:txBody>
                    <a:bodyPr/>
                    <a:lstStyle/>
                    <a:p>
                      <a:pPr algn="r">
                        <a:lnSpc>
                          <a:spcPct val="90000"/>
                        </a:lnSpc>
                        <a:buNone/>
                      </a:pPr>
                      <a:r>
                        <a:rPr lang="de-DE" sz="750" dirty="0">
                          <a:solidFill>
                            <a:schemeClr val="tx1"/>
                          </a:solidFill>
                        </a:rPr>
                        <a:t>105</a:t>
                      </a:r>
                    </a:p>
                  </a:txBody>
                  <a:tcPr marL="45720" marR="73152" marT="0" marB="0" anchor="ctr">
                    <a:lnL w="9525" cap="flat" cmpd="sng" algn="ctr">
                      <a:solidFill>
                        <a:schemeClr val="bg1"/>
                      </a:solidFill>
                      <a:prstDash val="solid"/>
                    </a:lnL>
                    <a:lnR w="9525" cap="flat" cmpd="sng" algn="ctr">
                      <a:solidFill>
                        <a:schemeClr val="bg1"/>
                      </a:solidFill>
                      <a:prstDash val="solid"/>
                    </a:lnR>
                    <a:lnT w="9525" cap="flat" cmpd="sng" algn="ctr">
                      <a:solidFill>
                        <a:schemeClr val="bg1"/>
                      </a:solidFill>
                      <a:prstDash val="solid"/>
                    </a:lnT>
                    <a:lnB w="9525" cap="flat" cmpd="sng" algn="ctr">
                      <a:solidFill>
                        <a:schemeClr val="bg1"/>
                      </a:solidFill>
                      <a:prstDash val="solid"/>
                    </a:lnB>
                    <a:solidFill>
                      <a:schemeClr val="bg1"/>
                    </a:solidFill>
                  </a:tcPr>
                </a:tc>
                <a:tc>
                  <a:txBody>
                    <a:bodyPr/>
                    <a:lstStyle/>
                    <a:p>
                      <a:pPr algn="ctr">
                        <a:lnSpc>
                          <a:spcPct val="90000"/>
                        </a:lnSpc>
                        <a:buNone/>
                      </a:pPr>
                      <a:r>
                        <a:rPr lang="de-DE" sz="750" i="1" dirty="0">
                          <a:solidFill>
                            <a:schemeClr val="accent1"/>
                          </a:solidFill>
                        </a:rPr>
                        <a:t>+33%</a:t>
                      </a:r>
                    </a:p>
                  </a:txBody>
                  <a:tcPr marL="45720" marR="45720" marT="0" marB="0" anchor="ctr">
                    <a:lnL w="9525" cap="flat" cmpd="sng" algn="ctr">
                      <a:solidFill>
                        <a:schemeClr val="bg1"/>
                      </a:solidFill>
                      <a:prstDash val="solid"/>
                    </a:lnL>
                    <a:lnR w="9525" cap="flat" cmpd="sng" algn="ctr">
                      <a:solidFill>
                        <a:schemeClr val="bg1"/>
                      </a:solidFill>
                      <a:prstDash val="solid"/>
                    </a:lnR>
                    <a:lnT w="9525" cap="flat" cmpd="sng" algn="ctr">
                      <a:solidFill>
                        <a:schemeClr val="bg1"/>
                      </a:solidFill>
                      <a:prstDash val="solid"/>
                    </a:lnT>
                    <a:lnB w="9525" cap="flat" cmpd="sng" algn="ctr">
                      <a:solidFill>
                        <a:schemeClr val="bg1"/>
                      </a:solidFill>
                      <a:prstDash val="solid"/>
                    </a:lnB>
                    <a:solidFill>
                      <a:schemeClr val="bg1"/>
                    </a:solidFill>
                  </a:tcPr>
                </a:tc>
                <a:tc>
                  <a:txBody>
                    <a:bodyPr/>
                    <a:lstStyle/>
                    <a:p>
                      <a:pPr algn="ctr">
                        <a:lnSpc>
                          <a:spcPct val="90000"/>
                        </a:lnSpc>
                        <a:buNone/>
                      </a:pPr>
                      <a:r>
                        <a:rPr lang="de-DE" sz="750" dirty="0">
                          <a:solidFill>
                            <a:schemeClr val="tx1"/>
                          </a:solidFill>
                        </a:rPr>
                        <a:t>May 12, 2026</a:t>
                      </a:r>
                    </a:p>
                  </a:txBody>
                  <a:tcPr marL="45720" marR="45720" marT="0" marB="0" anchor="ctr">
                    <a:lnL w="9525" cap="flat" cmpd="sng" algn="ctr">
                      <a:solidFill>
                        <a:schemeClr val="bg1"/>
                      </a:solidFill>
                      <a:prstDash val="solid"/>
                    </a:lnL>
                    <a:lnR w="9525" cap="flat" cmpd="sng" algn="ctr">
                      <a:solidFill>
                        <a:schemeClr val="bg1"/>
                      </a:solidFill>
                      <a:prstDash val="solid"/>
                    </a:lnR>
                    <a:lnT w="9525" cap="flat" cmpd="sng" algn="ctr">
                      <a:solidFill>
                        <a:schemeClr val="bg1"/>
                      </a:solidFill>
                      <a:prstDash val="solid"/>
                    </a:lnT>
                    <a:lnB w="9525" cap="flat" cmpd="sng" algn="ctr">
                      <a:solidFill>
                        <a:schemeClr val="bg1"/>
                      </a:solidFill>
                      <a:prstDash val="solid"/>
                    </a:lnB>
                    <a:solidFill>
                      <a:schemeClr val="bg1"/>
                    </a:solidFill>
                  </a:tcPr>
                </a:tc>
              </a:tr>
              <a:tr h="187452">
                <a:tc>
                  <a:txBody>
                    <a:bodyPr/>
                    <a:lstStyle/>
                    <a:p>
                      <a:pPr algn="l">
                        <a:lnSpc>
                          <a:spcPct val="90000"/>
                        </a:lnSpc>
                        <a:buNone/>
                      </a:pPr>
                      <a:r>
                        <a:rPr lang="de-DE" sz="750" dirty="0">
                          <a:solidFill>
                            <a:schemeClr val="tx1"/>
                          </a:solidFill>
                        </a:rPr>
                        <a:t>Airbus</a:t>
                      </a:r>
                    </a:p>
                  </a:txBody>
                  <a:tcPr marL="54864" marR="45720" marT="0" marB="0" anchor="ctr">
                    <a:lnL w="9525" cap="flat" cmpd="sng" algn="ctr">
                      <a:solidFill>
                        <a:schemeClr val="bg1"/>
                      </a:solidFill>
                      <a:prstDash val="solid"/>
                    </a:lnL>
                    <a:lnR w="9525" cap="flat" cmpd="sng" algn="ctr">
                      <a:solidFill>
                        <a:schemeClr val="bg1"/>
                      </a:solidFill>
                      <a:prstDash val="solid"/>
                    </a:lnR>
                    <a:lnT w="9525" cap="flat" cmpd="sng" algn="ctr">
                      <a:solidFill>
                        <a:schemeClr val="bg1"/>
                      </a:solidFill>
                      <a:prstDash val="solid"/>
                    </a:lnT>
                    <a:lnB w="9525" cap="flat" cmpd="sng" algn="ctr">
                      <a:solidFill>
                        <a:schemeClr val="bg1"/>
                      </a:solidFill>
                      <a:prstDash val="solid"/>
                    </a:lnB>
                    <a:solidFill>
                      <a:schemeClr val="bg1">
                        <a:lumMod val="95000"/>
                      </a:schemeClr>
                    </a:solidFill>
                  </a:tcPr>
                </a:tc>
                <a:tc>
                  <a:txBody>
                    <a:bodyPr/>
                    <a:lstStyle/>
                    <a:p>
                      <a:pPr algn="ctr">
                        <a:lnSpc>
                          <a:spcPct val="90000"/>
                        </a:lnSpc>
                        <a:buNone/>
                      </a:pPr>
                      <a:r>
                        <a:rPr lang="de-DE" sz="750" b="1" dirty="0">
                          <a:solidFill>
                            <a:srgbClr val="00A550"/>
                          </a:solidFill>
                        </a:rPr>
                        <a:t>BUY</a:t>
                      </a:r>
                    </a:p>
                  </a:txBody>
                  <a:tcPr marL="45720" marR="45720" marT="0" marB="0" anchor="ctr">
                    <a:lnL w="9525" cap="flat" cmpd="sng" algn="ctr">
                      <a:solidFill>
                        <a:schemeClr val="bg1"/>
                      </a:solidFill>
                      <a:prstDash val="solid"/>
                    </a:lnL>
                    <a:lnR w="9525" cap="flat" cmpd="sng" algn="ctr">
                      <a:solidFill>
                        <a:schemeClr val="bg1"/>
                      </a:solidFill>
                      <a:prstDash val="solid"/>
                    </a:lnR>
                    <a:lnT w="9525" cap="flat" cmpd="sng" algn="ctr">
                      <a:solidFill>
                        <a:schemeClr val="bg1"/>
                      </a:solidFill>
                      <a:prstDash val="solid"/>
                    </a:lnT>
                    <a:lnB w="9525" cap="flat" cmpd="sng" algn="ctr">
                      <a:solidFill>
                        <a:schemeClr val="bg1"/>
                      </a:solidFill>
                      <a:prstDash val="solid"/>
                    </a:lnB>
                    <a:solidFill>
                      <a:schemeClr val="bg1">
                        <a:lumMod val="95000"/>
                      </a:schemeClr>
                    </a:solidFill>
                  </a:tcPr>
                </a:tc>
                <a:tc>
                  <a:txBody>
                    <a:bodyPr/>
                    <a:lstStyle/>
                    <a:p>
                      <a:pPr algn="r">
                        <a:lnSpc>
                          <a:spcPct val="90000"/>
                        </a:lnSpc>
                        <a:buNone/>
                      </a:pPr>
                      <a:r>
                        <a:rPr lang="de-DE" sz="750" dirty="0">
                          <a:solidFill>
                            <a:schemeClr val="tx1"/>
                          </a:solidFill>
                        </a:rPr>
                        <a:t>210</a:t>
                      </a:r>
                    </a:p>
                  </a:txBody>
                  <a:tcPr marL="45720" marR="73152" marT="0" marB="0" anchor="ctr">
                    <a:lnL w="9525" cap="flat" cmpd="sng" algn="ctr">
                      <a:solidFill>
                        <a:schemeClr val="bg1"/>
                      </a:solidFill>
                      <a:prstDash val="solid"/>
                    </a:lnL>
                    <a:lnR w="9525" cap="flat" cmpd="sng" algn="ctr">
                      <a:solidFill>
                        <a:schemeClr val="bg1"/>
                      </a:solidFill>
                      <a:prstDash val="solid"/>
                    </a:lnR>
                    <a:lnT w="9525" cap="flat" cmpd="sng" algn="ctr">
                      <a:solidFill>
                        <a:schemeClr val="bg1"/>
                      </a:solidFill>
                      <a:prstDash val="solid"/>
                    </a:lnT>
                    <a:lnB w="9525" cap="flat" cmpd="sng" algn="ctr">
                      <a:solidFill>
                        <a:schemeClr val="bg1"/>
                      </a:solidFill>
                      <a:prstDash val="solid"/>
                    </a:lnB>
                    <a:solidFill>
                      <a:schemeClr val="bg1">
                        <a:lumMod val="95000"/>
                      </a:schemeClr>
                    </a:solidFill>
                  </a:tcPr>
                </a:tc>
                <a:tc>
                  <a:txBody>
                    <a:bodyPr/>
                    <a:lstStyle/>
                    <a:p>
                      <a:pPr algn="ctr">
                        <a:lnSpc>
                          <a:spcPct val="90000"/>
                        </a:lnSpc>
                        <a:buNone/>
                      </a:pPr>
                      <a:r>
                        <a:rPr lang="de-DE" sz="750" i="1" dirty="0">
                          <a:solidFill>
                            <a:schemeClr val="accent1"/>
                          </a:solidFill>
                        </a:rPr>
                        <a:t>+21%</a:t>
                      </a:r>
                    </a:p>
                  </a:txBody>
                  <a:tcPr marL="45720" marR="45720" marT="0" marB="0" anchor="ctr">
                    <a:lnL w="9525" cap="flat" cmpd="sng" algn="ctr">
                      <a:solidFill>
                        <a:schemeClr val="bg1"/>
                      </a:solidFill>
                      <a:prstDash val="solid"/>
                    </a:lnL>
                    <a:lnR w="9525" cap="flat" cmpd="sng" algn="ctr">
                      <a:solidFill>
                        <a:schemeClr val="bg1"/>
                      </a:solidFill>
                      <a:prstDash val="solid"/>
                    </a:lnR>
                    <a:lnT w="9525" cap="flat" cmpd="sng" algn="ctr">
                      <a:solidFill>
                        <a:schemeClr val="bg1"/>
                      </a:solidFill>
                      <a:prstDash val="solid"/>
                    </a:lnT>
                    <a:lnB w="9525" cap="flat" cmpd="sng" algn="ctr">
                      <a:solidFill>
                        <a:schemeClr val="bg1"/>
                      </a:solidFill>
                      <a:prstDash val="solid"/>
                    </a:lnB>
                    <a:solidFill>
                      <a:schemeClr val="bg1">
                        <a:lumMod val="95000"/>
                      </a:schemeClr>
                    </a:solidFill>
                  </a:tcPr>
                </a:tc>
                <a:tc>
                  <a:txBody>
                    <a:bodyPr/>
                    <a:lstStyle/>
                    <a:p>
                      <a:pPr algn="ctr">
                        <a:lnSpc>
                          <a:spcPct val="90000"/>
                        </a:lnSpc>
                        <a:buNone/>
                      </a:pPr>
                      <a:r>
                        <a:rPr lang="de-DE" sz="750" dirty="0">
                          <a:solidFill>
                            <a:schemeClr val="tx1"/>
                          </a:solidFill>
                        </a:rPr>
                        <a:t>Apr 29, 2026</a:t>
                      </a:r>
                    </a:p>
                  </a:txBody>
                  <a:tcPr marL="45720" marR="45720" marT="0" marB="0" anchor="ctr">
                    <a:lnL w="9525" cap="flat" cmpd="sng" algn="ctr">
                      <a:solidFill>
                        <a:schemeClr val="bg1"/>
                      </a:solidFill>
                      <a:prstDash val="solid"/>
                    </a:lnL>
                    <a:lnR w="9525" cap="flat" cmpd="sng" algn="ctr">
                      <a:solidFill>
                        <a:schemeClr val="bg1"/>
                      </a:solidFill>
                      <a:prstDash val="solid"/>
                    </a:lnR>
                    <a:lnT w="9525" cap="flat" cmpd="sng" algn="ctr">
                      <a:solidFill>
                        <a:schemeClr val="bg1"/>
                      </a:solidFill>
                      <a:prstDash val="solid"/>
                    </a:lnT>
                    <a:lnB w="9525" cap="flat" cmpd="sng" algn="ctr">
                      <a:solidFill>
                        <a:schemeClr val="bg1"/>
                      </a:solidFill>
                      <a:prstDash val="solid"/>
                    </a:lnB>
                    <a:solidFill>
                      <a:schemeClr val="bg1">
                        <a:lumMod val="95000"/>
                      </a:schemeClr>
                    </a:solidFill>
                  </a:tcPr>
                </a:tc>
              </a:tr>
              <a:tr h="187452">
                <a:tc>
                  <a:txBody>
                    <a:bodyPr/>
                    <a:lstStyle/>
                    <a:p>
                      <a:pPr algn="l">
                        <a:lnSpc>
                          <a:spcPct val="90000"/>
                        </a:lnSpc>
                        <a:buNone/>
                      </a:pPr>
                      <a:r>
                        <a:rPr lang="de-DE" sz="750" dirty="0">
                          <a:solidFill>
                            <a:schemeClr val="tx1"/>
                          </a:solidFill>
                        </a:rPr>
                        <a:t>Bertrandt</a:t>
                      </a:r>
                    </a:p>
                  </a:txBody>
                  <a:tcPr marL="54864" marR="45720" marT="0" marB="0" anchor="ctr">
                    <a:lnL w="9525" cap="flat" cmpd="sng" algn="ctr">
                      <a:solidFill>
                        <a:schemeClr val="bg1"/>
                      </a:solidFill>
                      <a:prstDash val="solid"/>
                    </a:lnL>
                    <a:lnR w="9525" cap="flat" cmpd="sng" algn="ctr">
                      <a:solidFill>
                        <a:schemeClr val="bg1"/>
                      </a:solidFill>
                      <a:prstDash val="solid"/>
                    </a:lnR>
                    <a:lnT w="9525" cap="flat" cmpd="sng" algn="ctr">
                      <a:solidFill>
                        <a:schemeClr val="bg1"/>
                      </a:solidFill>
                      <a:prstDash val="solid"/>
                    </a:lnT>
                    <a:lnB w="9525" cap="flat" cmpd="sng" algn="ctr">
                      <a:solidFill>
                        <a:schemeClr val="bg1"/>
                      </a:solidFill>
                      <a:prstDash val="solid"/>
                    </a:lnB>
                    <a:solidFill>
                      <a:schemeClr val="bg1"/>
                    </a:solidFill>
                  </a:tcPr>
                </a:tc>
                <a:tc>
                  <a:txBody>
                    <a:bodyPr/>
                    <a:lstStyle/>
                    <a:p>
                      <a:pPr algn="ctr">
                        <a:lnSpc>
                          <a:spcPct val="90000"/>
                        </a:lnSpc>
                        <a:buNone/>
                      </a:pPr>
                      <a:r>
                        <a:rPr lang="de-DE" sz="750" b="1" dirty="0">
                          <a:solidFill>
                            <a:srgbClr val="00A550"/>
                          </a:solidFill>
                        </a:rPr>
                        <a:t>BUY</a:t>
                      </a:r>
                    </a:p>
                  </a:txBody>
                  <a:tcPr marL="45720" marR="45720" marT="0" marB="0" anchor="ctr">
                    <a:lnL w="9525" cap="flat" cmpd="sng" algn="ctr">
                      <a:solidFill>
                        <a:schemeClr val="bg1"/>
                      </a:solidFill>
                      <a:prstDash val="solid"/>
                    </a:lnL>
                    <a:lnR w="9525" cap="flat" cmpd="sng" algn="ctr">
                      <a:solidFill>
                        <a:schemeClr val="bg1"/>
                      </a:solidFill>
                      <a:prstDash val="solid"/>
                    </a:lnR>
                    <a:lnT w="9525" cap="flat" cmpd="sng" algn="ctr">
                      <a:solidFill>
                        <a:schemeClr val="bg1"/>
                      </a:solidFill>
                      <a:prstDash val="solid"/>
                    </a:lnT>
                    <a:lnB w="9525" cap="flat" cmpd="sng" algn="ctr">
                      <a:solidFill>
                        <a:schemeClr val="bg1"/>
                      </a:solidFill>
                      <a:prstDash val="solid"/>
                    </a:lnB>
                    <a:solidFill>
                      <a:schemeClr val="bg1"/>
                    </a:solidFill>
                  </a:tcPr>
                </a:tc>
                <a:tc>
                  <a:txBody>
                    <a:bodyPr/>
                    <a:lstStyle/>
                    <a:p>
                      <a:pPr algn="r">
                        <a:lnSpc>
                          <a:spcPct val="90000"/>
                        </a:lnSpc>
                        <a:buNone/>
                      </a:pPr>
                      <a:r>
                        <a:rPr lang="de-DE" sz="750" dirty="0">
                          <a:solidFill>
                            <a:schemeClr val="tx1"/>
                          </a:solidFill>
                        </a:rPr>
                        <a:t>26</a:t>
                      </a:r>
                    </a:p>
                  </a:txBody>
                  <a:tcPr marL="45720" marR="73152" marT="0" marB="0" anchor="ctr">
                    <a:lnL w="9525" cap="flat" cmpd="sng" algn="ctr">
                      <a:solidFill>
                        <a:schemeClr val="bg1"/>
                      </a:solidFill>
                      <a:prstDash val="solid"/>
                    </a:lnL>
                    <a:lnR w="9525" cap="flat" cmpd="sng" algn="ctr">
                      <a:solidFill>
                        <a:schemeClr val="bg1"/>
                      </a:solidFill>
                      <a:prstDash val="solid"/>
                    </a:lnR>
                    <a:lnT w="9525" cap="flat" cmpd="sng" algn="ctr">
                      <a:solidFill>
                        <a:schemeClr val="bg1"/>
                      </a:solidFill>
                      <a:prstDash val="solid"/>
                    </a:lnT>
                    <a:lnB w="9525" cap="flat" cmpd="sng" algn="ctr">
                      <a:solidFill>
                        <a:schemeClr val="bg1"/>
                      </a:solidFill>
                      <a:prstDash val="solid"/>
                    </a:lnB>
                    <a:solidFill>
                      <a:schemeClr val="bg1"/>
                    </a:solidFill>
                  </a:tcPr>
                </a:tc>
                <a:tc>
                  <a:txBody>
                    <a:bodyPr/>
                    <a:lstStyle/>
                    <a:p>
                      <a:pPr algn="ctr">
                        <a:lnSpc>
                          <a:spcPct val="90000"/>
                        </a:lnSpc>
                        <a:buNone/>
                      </a:pPr>
                      <a:r>
                        <a:rPr lang="de-DE" sz="750" i="1" dirty="0">
                          <a:solidFill>
                            <a:schemeClr val="accent1"/>
                          </a:solidFill>
                        </a:rPr>
                        <a:t>+150%</a:t>
                      </a:r>
                    </a:p>
                  </a:txBody>
                  <a:tcPr marL="45720" marR="45720" marT="0" marB="0" anchor="ctr">
                    <a:lnL w="9525" cap="flat" cmpd="sng" algn="ctr">
                      <a:solidFill>
                        <a:schemeClr val="bg1"/>
                      </a:solidFill>
                      <a:prstDash val="solid"/>
                    </a:lnL>
                    <a:lnR w="9525" cap="flat" cmpd="sng" algn="ctr">
                      <a:solidFill>
                        <a:schemeClr val="bg1"/>
                      </a:solidFill>
                      <a:prstDash val="solid"/>
                    </a:lnR>
                    <a:lnT w="9525" cap="flat" cmpd="sng" algn="ctr">
                      <a:solidFill>
                        <a:schemeClr val="bg1"/>
                      </a:solidFill>
                      <a:prstDash val="solid"/>
                    </a:lnT>
                    <a:lnB w="9525" cap="flat" cmpd="sng" algn="ctr">
                      <a:solidFill>
                        <a:schemeClr val="bg1"/>
                      </a:solidFill>
                      <a:prstDash val="solid"/>
                    </a:lnB>
                    <a:solidFill>
                      <a:schemeClr val="bg1"/>
                    </a:solidFill>
                  </a:tcPr>
                </a:tc>
                <a:tc>
                  <a:txBody>
                    <a:bodyPr/>
                    <a:lstStyle/>
                    <a:p>
                      <a:pPr algn="ctr">
                        <a:lnSpc>
                          <a:spcPct val="90000"/>
                        </a:lnSpc>
                        <a:buNone/>
                      </a:pPr>
                      <a:r>
                        <a:rPr lang="de-DE" sz="750" dirty="0">
                          <a:solidFill>
                            <a:schemeClr val="tx1"/>
                          </a:solidFill>
                        </a:rPr>
                        <a:t>Feb 12, 2026</a:t>
                      </a:r>
                    </a:p>
                  </a:txBody>
                  <a:tcPr marL="45720" marR="45720" marT="0" marB="0" anchor="ctr">
                    <a:lnL w="9525" cap="flat" cmpd="sng" algn="ctr">
                      <a:solidFill>
                        <a:schemeClr val="bg1"/>
                      </a:solidFill>
                      <a:prstDash val="solid"/>
                    </a:lnL>
                    <a:lnR w="9525" cap="flat" cmpd="sng" algn="ctr">
                      <a:solidFill>
                        <a:schemeClr val="bg1"/>
                      </a:solidFill>
                      <a:prstDash val="solid"/>
                    </a:lnR>
                    <a:lnT w="9525" cap="flat" cmpd="sng" algn="ctr">
                      <a:solidFill>
                        <a:schemeClr val="bg1"/>
                      </a:solidFill>
                      <a:prstDash val="solid"/>
                    </a:lnT>
                    <a:lnB w="9525" cap="flat" cmpd="sng" algn="ctr">
                      <a:solidFill>
                        <a:schemeClr val="bg1"/>
                      </a:solidFill>
                      <a:prstDash val="solid"/>
                    </a:lnB>
                    <a:solidFill>
                      <a:schemeClr val="bg1"/>
                    </a:solidFill>
                  </a:tcPr>
                </a:tc>
              </a:tr>
              <a:tr h="187452">
                <a:tc>
                  <a:txBody>
                    <a:bodyPr/>
                    <a:lstStyle/>
                    <a:p>
                      <a:pPr algn="l">
                        <a:lnSpc>
                          <a:spcPct val="90000"/>
                        </a:lnSpc>
                        <a:buNone/>
                      </a:pPr>
                      <a:r>
                        <a:rPr lang="de-DE" sz="750" dirty="0">
                          <a:solidFill>
                            <a:schemeClr val="tx1"/>
                          </a:solidFill>
                        </a:rPr>
                        <a:t>Jenoptik</a:t>
                      </a:r>
                    </a:p>
                  </a:txBody>
                  <a:tcPr marL="54864" marR="45720" marT="0" marB="0" anchor="ctr">
                    <a:lnL w="9525" cap="flat" cmpd="sng" algn="ctr">
                      <a:solidFill>
                        <a:schemeClr val="bg1"/>
                      </a:solidFill>
                      <a:prstDash val="solid"/>
                    </a:lnL>
                    <a:lnR w="9525" cap="flat" cmpd="sng" algn="ctr">
                      <a:solidFill>
                        <a:schemeClr val="bg1"/>
                      </a:solidFill>
                      <a:prstDash val="solid"/>
                    </a:lnR>
                    <a:lnT w="9525" cap="flat" cmpd="sng" algn="ctr">
                      <a:solidFill>
                        <a:schemeClr val="bg1"/>
                      </a:solidFill>
                      <a:prstDash val="solid"/>
                    </a:lnT>
                    <a:lnB w="9525" cap="flat" cmpd="sng" algn="ctr">
                      <a:solidFill>
                        <a:schemeClr val="bg1"/>
                      </a:solidFill>
                      <a:prstDash val="solid"/>
                    </a:lnB>
                    <a:solidFill>
                      <a:schemeClr val="bg1">
                        <a:lumMod val="95000"/>
                      </a:schemeClr>
                    </a:solidFill>
                  </a:tcPr>
                </a:tc>
                <a:tc>
                  <a:txBody>
                    <a:bodyPr/>
                    <a:lstStyle/>
                    <a:p>
                      <a:pPr algn="ctr">
                        <a:lnSpc>
                          <a:spcPct val="90000"/>
                        </a:lnSpc>
                        <a:buNone/>
                      </a:pPr>
                      <a:r>
                        <a:rPr lang="de-DE" sz="750" b="1" dirty="0">
                          <a:solidFill>
                            <a:srgbClr val="00A550"/>
                          </a:solidFill>
                        </a:rPr>
                        <a:t>BUY</a:t>
                      </a:r>
                    </a:p>
                  </a:txBody>
                  <a:tcPr marL="45720" marR="45720" marT="0" marB="0" anchor="ctr">
                    <a:lnL w="9525" cap="flat" cmpd="sng" algn="ctr">
                      <a:solidFill>
                        <a:schemeClr val="bg1"/>
                      </a:solidFill>
                      <a:prstDash val="solid"/>
                    </a:lnL>
                    <a:lnR w="9525" cap="flat" cmpd="sng" algn="ctr">
                      <a:solidFill>
                        <a:schemeClr val="bg1"/>
                      </a:solidFill>
                      <a:prstDash val="solid"/>
                    </a:lnR>
                    <a:lnT w="9525" cap="flat" cmpd="sng" algn="ctr">
                      <a:solidFill>
                        <a:schemeClr val="bg1"/>
                      </a:solidFill>
                      <a:prstDash val="solid"/>
                    </a:lnT>
                    <a:lnB w="9525" cap="flat" cmpd="sng" algn="ctr">
                      <a:solidFill>
                        <a:schemeClr val="bg1"/>
                      </a:solidFill>
                      <a:prstDash val="solid"/>
                    </a:lnB>
                    <a:solidFill>
                      <a:schemeClr val="bg1">
                        <a:lumMod val="95000"/>
                      </a:schemeClr>
                    </a:solidFill>
                  </a:tcPr>
                </a:tc>
                <a:tc>
                  <a:txBody>
                    <a:bodyPr/>
                    <a:lstStyle/>
                    <a:p>
                      <a:pPr algn="r">
                        <a:lnSpc>
                          <a:spcPct val="90000"/>
                        </a:lnSpc>
                        <a:buNone/>
                      </a:pPr>
                      <a:r>
                        <a:rPr lang="de-DE" sz="750" dirty="0">
                          <a:solidFill>
                            <a:schemeClr val="tx1"/>
                          </a:solidFill>
                        </a:rPr>
                        <a:t>50</a:t>
                      </a:r>
                    </a:p>
                  </a:txBody>
                  <a:tcPr marL="45720" marR="73152" marT="0" marB="0" anchor="ctr">
                    <a:lnL w="9525" cap="flat" cmpd="sng" algn="ctr">
                      <a:solidFill>
                        <a:schemeClr val="bg1"/>
                      </a:solidFill>
                      <a:prstDash val="solid"/>
                    </a:lnL>
                    <a:lnR w="9525" cap="flat" cmpd="sng" algn="ctr">
                      <a:solidFill>
                        <a:schemeClr val="bg1"/>
                      </a:solidFill>
                      <a:prstDash val="solid"/>
                    </a:lnR>
                    <a:lnT w="9525" cap="flat" cmpd="sng" algn="ctr">
                      <a:solidFill>
                        <a:schemeClr val="bg1"/>
                      </a:solidFill>
                      <a:prstDash val="solid"/>
                    </a:lnT>
                    <a:lnB w="9525" cap="flat" cmpd="sng" algn="ctr">
                      <a:solidFill>
                        <a:schemeClr val="bg1"/>
                      </a:solidFill>
                      <a:prstDash val="solid"/>
                    </a:lnB>
                    <a:solidFill>
                      <a:schemeClr val="bg1">
                        <a:lumMod val="95000"/>
                      </a:schemeClr>
                    </a:solidFill>
                  </a:tcPr>
                </a:tc>
                <a:tc>
                  <a:txBody>
                    <a:bodyPr/>
                    <a:lstStyle/>
                    <a:p>
                      <a:pPr algn="ctr">
                        <a:lnSpc>
                          <a:spcPct val="90000"/>
                        </a:lnSpc>
                        <a:buNone/>
                      </a:pPr>
                      <a:r>
                        <a:rPr lang="de-DE" sz="750" i="1" dirty="0">
                          <a:solidFill>
                            <a:schemeClr val="accent1"/>
                          </a:solidFill>
                        </a:rPr>
                        <a:t>+9%</a:t>
                      </a:r>
                    </a:p>
                  </a:txBody>
                  <a:tcPr marL="45720" marR="45720" marT="0" marB="0" anchor="ctr">
                    <a:lnL w="9525" cap="flat" cmpd="sng" algn="ctr">
                      <a:solidFill>
                        <a:schemeClr val="bg1"/>
                      </a:solidFill>
                      <a:prstDash val="solid"/>
                    </a:lnL>
                    <a:lnR w="9525" cap="flat" cmpd="sng" algn="ctr">
                      <a:solidFill>
                        <a:schemeClr val="bg1"/>
                      </a:solidFill>
                      <a:prstDash val="solid"/>
                    </a:lnR>
                    <a:lnT w="9525" cap="flat" cmpd="sng" algn="ctr">
                      <a:solidFill>
                        <a:schemeClr val="bg1"/>
                      </a:solidFill>
                      <a:prstDash val="solid"/>
                    </a:lnT>
                    <a:lnB w="9525" cap="flat" cmpd="sng" algn="ctr">
                      <a:solidFill>
                        <a:schemeClr val="bg1"/>
                      </a:solidFill>
                      <a:prstDash val="solid"/>
                    </a:lnB>
                    <a:solidFill>
                      <a:schemeClr val="bg1">
                        <a:lumMod val="95000"/>
                      </a:schemeClr>
                    </a:solidFill>
                  </a:tcPr>
                </a:tc>
                <a:tc>
                  <a:txBody>
                    <a:bodyPr/>
                    <a:lstStyle/>
                    <a:p>
                      <a:pPr algn="ctr">
                        <a:lnSpc>
                          <a:spcPct val="90000"/>
                        </a:lnSpc>
                        <a:buNone/>
                      </a:pPr>
                      <a:r>
                        <a:rPr lang="de-DE" sz="750" dirty="0">
                          <a:solidFill>
                            <a:schemeClr val="tx1"/>
                          </a:solidFill>
                        </a:rPr>
                        <a:t>May 18, 2026</a:t>
                      </a:r>
                    </a:p>
                  </a:txBody>
                  <a:tcPr marL="45720" marR="45720" marT="0" marB="0" anchor="ctr">
                    <a:lnL w="9525" cap="flat" cmpd="sng" algn="ctr">
                      <a:solidFill>
                        <a:schemeClr val="bg1"/>
                      </a:solidFill>
                      <a:prstDash val="solid"/>
                    </a:lnL>
                    <a:lnR w="9525" cap="flat" cmpd="sng" algn="ctr">
                      <a:solidFill>
                        <a:schemeClr val="bg1"/>
                      </a:solidFill>
                      <a:prstDash val="solid"/>
                    </a:lnR>
                    <a:lnT w="9525" cap="flat" cmpd="sng" algn="ctr">
                      <a:solidFill>
                        <a:schemeClr val="bg1"/>
                      </a:solidFill>
                      <a:prstDash val="solid"/>
                    </a:lnT>
                    <a:lnB w="9525" cap="flat" cmpd="sng" algn="ctr">
                      <a:solidFill>
                        <a:schemeClr val="bg1"/>
                      </a:solidFill>
                      <a:prstDash val="solid"/>
                    </a:lnB>
                    <a:solidFill>
                      <a:schemeClr val="bg1">
                        <a:lumMod val="95000"/>
                      </a:schemeClr>
                    </a:solidFill>
                  </a:tcPr>
                </a:tc>
              </a:tr>
              <a:tr h="187452">
                <a:tc>
                  <a:txBody>
                    <a:bodyPr/>
                    <a:lstStyle/>
                    <a:p>
                      <a:pPr algn="l">
                        <a:lnSpc>
                          <a:spcPct val="90000"/>
                        </a:lnSpc>
                        <a:buNone/>
                      </a:pPr>
                      <a:r>
                        <a:rPr lang="de-DE" sz="750" dirty="0">
                          <a:solidFill>
                            <a:schemeClr val="tx1"/>
                          </a:solidFill>
                        </a:rPr>
                        <a:t>MTU</a:t>
                      </a:r>
                    </a:p>
                  </a:txBody>
                  <a:tcPr marL="54864" marR="45720" marT="0" marB="0" anchor="ctr">
                    <a:lnL w="9525" cap="flat" cmpd="sng" algn="ctr">
                      <a:solidFill>
                        <a:schemeClr val="bg1"/>
                      </a:solidFill>
                      <a:prstDash val="solid"/>
                    </a:lnL>
                    <a:lnR w="9525" cap="flat" cmpd="sng" algn="ctr">
                      <a:solidFill>
                        <a:schemeClr val="bg1"/>
                      </a:solidFill>
                      <a:prstDash val="solid"/>
                    </a:lnR>
                    <a:lnT w="9525" cap="flat" cmpd="sng" algn="ctr">
                      <a:solidFill>
                        <a:schemeClr val="bg1"/>
                      </a:solidFill>
                      <a:prstDash val="solid"/>
                    </a:lnT>
                    <a:lnB w="9525" cap="flat" cmpd="sng" algn="ctr">
                      <a:solidFill>
                        <a:schemeClr val="bg1"/>
                      </a:solidFill>
                      <a:prstDash val="solid"/>
                    </a:lnB>
                    <a:solidFill>
                      <a:schemeClr val="bg1"/>
                    </a:solidFill>
                  </a:tcPr>
                </a:tc>
                <a:tc>
                  <a:txBody>
                    <a:bodyPr/>
                    <a:lstStyle/>
                    <a:p>
                      <a:pPr algn="ctr">
                        <a:lnSpc>
                          <a:spcPct val="90000"/>
                        </a:lnSpc>
                        <a:buNone/>
                      </a:pPr>
                      <a:r>
                        <a:rPr lang="de-DE" sz="750" b="1" dirty="0">
                          <a:solidFill>
                            <a:srgbClr val="00A550"/>
                          </a:solidFill>
                        </a:rPr>
                        <a:t>BUY</a:t>
                      </a:r>
                    </a:p>
                  </a:txBody>
                  <a:tcPr marL="45720" marR="45720" marT="0" marB="0" anchor="ctr">
                    <a:lnL w="9525" cap="flat" cmpd="sng" algn="ctr">
                      <a:solidFill>
                        <a:schemeClr val="bg1"/>
                      </a:solidFill>
                      <a:prstDash val="solid"/>
                    </a:lnL>
                    <a:lnR w="9525" cap="flat" cmpd="sng" algn="ctr">
                      <a:solidFill>
                        <a:schemeClr val="bg1"/>
                      </a:solidFill>
                      <a:prstDash val="solid"/>
                    </a:lnR>
                    <a:lnT w="9525" cap="flat" cmpd="sng" algn="ctr">
                      <a:solidFill>
                        <a:schemeClr val="bg1"/>
                      </a:solidFill>
                      <a:prstDash val="solid"/>
                    </a:lnT>
                    <a:lnB w="9525" cap="flat" cmpd="sng" algn="ctr">
                      <a:solidFill>
                        <a:schemeClr val="bg1"/>
                      </a:solidFill>
                      <a:prstDash val="solid"/>
                    </a:lnB>
                    <a:solidFill>
                      <a:schemeClr val="bg1"/>
                    </a:solidFill>
                  </a:tcPr>
                </a:tc>
                <a:tc>
                  <a:txBody>
                    <a:bodyPr/>
                    <a:lstStyle/>
                    <a:p>
                      <a:pPr algn="r">
                        <a:lnSpc>
                          <a:spcPct val="90000"/>
                        </a:lnSpc>
                        <a:buNone/>
                      </a:pPr>
                      <a:r>
                        <a:rPr lang="de-DE" sz="750" dirty="0">
                          <a:solidFill>
                            <a:schemeClr val="tx1"/>
                          </a:solidFill>
                        </a:rPr>
                        <a:t>386</a:t>
                      </a:r>
                    </a:p>
                  </a:txBody>
                  <a:tcPr marL="45720" marR="73152" marT="0" marB="0" anchor="ctr">
                    <a:lnL w="9525" cap="flat" cmpd="sng" algn="ctr">
                      <a:solidFill>
                        <a:schemeClr val="bg1"/>
                      </a:solidFill>
                      <a:prstDash val="solid"/>
                    </a:lnL>
                    <a:lnR w="9525" cap="flat" cmpd="sng" algn="ctr">
                      <a:solidFill>
                        <a:schemeClr val="bg1"/>
                      </a:solidFill>
                      <a:prstDash val="solid"/>
                    </a:lnR>
                    <a:lnT w="9525" cap="flat" cmpd="sng" algn="ctr">
                      <a:solidFill>
                        <a:schemeClr val="bg1"/>
                      </a:solidFill>
                      <a:prstDash val="solid"/>
                    </a:lnT>
                    <a:lnB w="9525" cap="flat" cmpd="sng" algn="ctr">
                      <a:solidFill>
                        <a:schemeClr val="bg1"/>
                      </a:solidFill>
                      <a:prstDash val="solid"/>
                    </a:lnB>
                    <a:solidFill>
                      <a:schemeClr val="bg1"/>
                    </a:solidFill>
                  </a:tcPr>
                </a:tc>
                <a:tc>
                  <a:txBody>
                    <a:bodyPr/>
                    <a:lstStyle/>
                    <a:p>
                      <a:pPr algn="ctr">
                        <a:lnSpc>
                          <a:spcPct val="90000"/>
                        </a:lnSpc>
                        <a:buNone/>
                      </a:pPr>
                      <a:r>
                        <a:rPr lang="de-DE" sz="750" i="1" dirty="0">
                          <a:solidFill>
                            <a:schemeClr val="accent1"/>
                          </a:solidFill>
                        </a:rPr>
                        <a:t>+28%</a:t>
                      </a:r>
                    </a:p>
                  </a:txBody>
                  <a:tcPr marL="45720" marR="45720" marT="0" marB="0" anchor="ctr">
                    <a:lnL w="9525" cap="flat" cmpd="sng" algn="ctr">
                      <a:solidFill>
                        <a:schemeClr val="bg1"/>
                      </a:solidFill>
                      <a:prstDash val="solid"/>
                    </a:lnL>
                    <a:lnR w="9525" cap="flat" cmpd="sng" algn="ctr">
                      <a:solidFill>
                        <a:schemeClr val="bg1"/>
                      </a:solidFill>
                      <a:prstDash val="solid"/>
                    </a:lnR>
                    <a:lnT w="9525" cap="flat" cmpd="sng" algn="ctr">
                      <a:solidFill>
                        <a:schemeClr val="bg1"/>
                      </a:solidFill>
                      <a:prstDash val="solid"/>
                    </a:lnT>
                    <a:lnB w="9525" cap="flat" cmpd="sng" algn="ctr">
                      <a:solidFill>
                        <a:schemeClr val="bg1"/>
                      </a:solidFill>
                      <a:prstDash val="solid"/>
                    </a:lnB>
                    <a:solidFill>
                      <a:schemeClr val="bg1"/>
                    </a:solidFill>
                  </a:tcPr>
                </a:tc>
                <a:tc>
                  <a:txBody>
                    <a:bodyPr/>
                    <a:lstStyle/>
                    <a:p>
                      <a:pPr algn="ctr">
                        <a:lnSpc>
                          <a:spcPct val="90000"/>
                        </a:lnSpc>
                        <a:buNone/>
                      </a:pPr>
                      <a:r>
                        <a:rPr lang="de-DE" sz="750" dirty="0">
                          <a:solidFill>
                            <a:schemeClr val="tx1"/>
                          </a:solidFill>
                        </a:rPr>
                        <a:t>May 06, 2026</a:t>
                      </a:r>
                    </a:p>
                  </a:txBody>
                  <a:tcPr marL="45720" marR="45720" marT="0" marB="0" anchor="ctr">
                    <a:lnL w="9525" cap="flat" cmpd="sng" algn="ctr">
                      <a:solidFill>
                        <a:schemeClr val="bg1"/>
                      </a:solidFill>
                      <a:prstDash val="solid"/>
                    </a:lnL>
                    <a:lnR w="9525" cap="flat" cmpd="sng" algn="ctr">
                      <a:solidFill>
                        <a:schemeClr val="bg1"/>
                      </a:solidFill>
                      <a:prstDash val="solid"/>
                    </a:lnR>
                    <a:lnT w="9525" cap="flat" cmpd="sng" algn="ctr">
                      <a:solidFill>
                        <a:schemeClr val="bg1"/>
                      </a:solidFill>
                      <a:prstDash val="solid"/>
                    </a:lnT>
                    <a:lnB w="9525" cap="flat" cmpd="sng" algn="ctr">
                      <a:solidFill>
                        <a:schemeClr val="bg1"/>
                      </a:solidFill>
                      <a:prstDash val="solid"/>
                    </a:lnB>
                    <a:solidFill>
                      <a:schemeClr val="bg1"/>
                    </a:solidFill>
                  </a:tcPr>
                </a:tc>
              </a:tr>
              <a:tr h="187452">
                <a:tc>
                  <a:txBody>
                    <a:bodyPr/>
                    <a:lstStyle/>
                    <a:p>
                      <a:pPr algn="l">
                        <a:lnSpc>
                          <a:spcPct val="90000"/>
                        </a:lnSpc>
                        <a:buNone/>
                      </a:pPr>
                      <a:r>
                        <a:rPr lang="de-DE" sz="750" dirty="0">
                          <a:solidFill>
                            <a:schemeClr val="tx1"/>
                          </a:solidFill>
                        </a:rPr>
                        <a:t>Mutares</a:t>
                      </a:r>
                    </a:p>
                  </a:txBody>
                  <a:tcPr marL="54864" marR="45720" marT="0" marB="0" anchor="ctr">
                    <a:lnL w="9525" cap="flat" cmpd="sng" algn="ctr">
                      <a:solidFill>
                        <a:schemeClr val="bg1"/>
                      </a:solidFill>
                      <a:prstDash val="solid"/>
                    </a:lnL>
                    <a:lnR w="9525" cap="flat" cmpd="sng" algn="ctr">
                      <a:solidFill>
                        <a:schemeClr val="bg1"/>
                      </a:solidFill>
                      <a:prstDash val="solid"/>
                    </a:lnR>
                    <a:lnT w="9525" cap="flat" cmpd="sng" algn="ctr">
                      <a:solidFill>
                        <a:schemeClr val="bg1"/>
                      </a:solidFill>
                      <a:prstDash val="solid"/>
                    </a:lnT>
                    <a:lnB w="9525" cap="flat" cmpd="sng" algn="ctr">
                      <a:solidFill>
                        <a:schemeClr val="bg1"/>
                      </a:solidFill>
                      <a:prstDash val="solid"/>
                    </a:lnB>
                    <a:solidFill>
                      <a:schemeClr val="bg1">
                        <a:lumMod val="95000"/>
                      </a:schemeClr>
                    </a:solidFill>
                  </a:tcPr>
                </a:tc>
                <a:tc>
                  <a:txBody>
                    <a:bodyPr/>
                    <a:lstStyle/>
                    <a:p>
                      <a:pPr algn="ctr">
                        <a:lnSpc>
                          <a:spcPct val="90000"/>
                        </a:lnSpc>
                        <a:buNone/>
                      </a:pPr>
                      <a:r>
                        <a:rPr lang="de-DE" sz="750" b="1" dirty="0">
                          <a:solidFill>
                            <a:srgbClr val="00A550"/>
                          </a:solidFill>
                        </a:rPr>
                        <a:t>BUY</a:t>
                      </a:r>
                    </a:p>
                  </a:txBody>
                  <a:tcPr marL="45720" marR="45720" marT="0" marB="0" anchor="ctr">
                    <a:lnL w="9525" cap="flat" cmpd="sng" algn="ctr">
                      <a:solidFill>
                        <a:schemeClr val="bg1"/>
                      </a:solidFill>
                      <a:prstDash val="solid"/>
                    </a:lnL>
                    <a:lnR w="9525" cap="flat" cmpd="sng" algn="ctr">
                      <a:solidFill>
                        <a:schemeClr val="bg1"/>
                      </a:solidFill>
                      <a:prstDash val="solid"/>
                    </a:lnR>
                    <a:lnT w="9525" cap="flat" cmpd="sng" algn="ctr">
                      <a:solidFill>
                        <a:schemeClr val="bg1"/>
                      </a:solidFill>
                      <a:prstDash val="solid"/>
                    </a:lnT>
                    <a:lnB w="9525" cap="flat" cmpd="sng" algn="ctr">
                      <a:solidFill>
                        <a:schemeClr val="bg1"/>
                      </a:solidFill>
                      <a:prstDash val="solid"/>
                    </a:lnB>
                    <a:solidFill>
                      <a:schemeClr val="bg1">
                        <a:lumMod val="95000"/>
                      </a:schemeClr>
                    </a:solidFill>
                  </a:tcPr>
                </a:tc>
                <a:tc>
                  <a:txBody>
                    <a:bodyPr/>
                    <a:lstStyle/>
                    <a:p>
                      <a:pPr algn="r">
                        <a:lnSpc>
                          <a:spcPct val="90000"/>
                        </a:lnSpc>
                        <a:buNone/>
                      </a:pPr>
                      <a:r>
                        <a:rPr lang="de-DE" sz="750" dirty="0">
                          <a:solidFill>
                            <a:schemeClr val="tx1"/>
                          </a:solidFill>
                        </a:rPr>
                        <a:t>34</a:t>
                      </a:r>
                    </a:p>
                  </a:txBody>
                  <a:tcPr marL="45720" marR="73152" marT="0" marB="0" anchor="ctr">
                    <a:lnL w="9525" cap="flat" cmpd="sng" algn="ctr">
                      <a:solidFill>
                        <a:schemeClr val="bg1"/>
                      </a:solidFill>
                      <a:prstDash val="solid"/>
                    </a:lnL>
                    <a:lnR w="9525" cap="flat" cmpd="sng" algn="ctr">
                      <a:solidFill>
                        <a:schemeClr val="bg1"/>
                      </a:solidFill>
                      <a:prstDash val="solid"/>
                    </a:lnR>
                    <a:lnT w="9525" cap="flat" cmpd="sng" algn="ctr">
                      <a:solidFill>
                        <a:schemeClr val="bg1"/>
                      </a:solidFill>
                      <a:prstDash val="solid"/>
                    </a:lnT>
                    <a:lnB w="9525" cap="flat" cmpd="sng" algn="ctr">
                      <a:solidFill>
                        <a:schemeClr val="bg1"/>
                      </a:solidFill>
                      <a:prstDash val="solid"/>
                    </a:lnB>
                    <a:solidFill>
                      <a:schemeClr val="bg1">
                        <a:lumMod val="95000"/>
                      </a:schemeClr>
                    </a:solidFill>
                  </a:tcPr>
                </a:tc>
                <a:tc>
                  <a:txBody>
                    <a:bodyPr/>
                    <a:lstStyle/>
                    <a:p>
                      <a:pPr algn="ctr">
                        <a:lnSpc>
                          <a:spcPct val="90000"/>
                        </a:lnSpc>
                        <a:buNone/>
                      </a:pPr>
                      <a:r>
                        <a:rPr lang="de-DE" sz="750" i="1" dirty="0">
                          <a:solidFill>
                            <a:schemeClr val="accent1"/>
                          </a:solidFill>
                        </a:rPr>
                        <a:t>+24%</a:t>
                      </a:r>
                    </a:p>
                  </a:txBody>
                  <a:tcPr marL="45720" marR="45720" marT="0" marB="0" anchor="ctr">
                    <a:lnL w="9525" cap="flat" cmpd="sng" algn="ctr">
                      <a:solidFill>
                        <a:schemeClr val="bg1"/>
                      </a:solidFill>
                      <a:prstDash val="solid"/>
                    </a:lnL>
                    <a:lnR w="9525" cap="flat" cmpd="sng" algn="ctr">
                      <a:solidFill>
                        <a:schemeClr val="bg1"/>
                      </a:solidFill>
                      <a:prstDash val="solid"/>
                    </a:lnR>
                    <a:lnT w="9525" cap="flat" cmpd="sng" algn="ctr">
                      <a:solidFill>
                        <a:schemeClr val="bg1"/>
                      </a:solidFill>
                      <a:prstDash val="solid"/>
                    </a:lnT>
                    <a:lnB w="9525" cap="flat" cmpd="sng" algn="ctr">
                      <a:solidFill>
                        <a:schemeClr val="bg1"/>
                      </a:solidFill>
                      <a:prstDash val="solid"/>
                    </a:lnB>
                    <a:solidFill>
                      <a:schemeClr val="bg1">
                        <a:lumMod val="95000"/>
                      </a:schemeClr>
                    </a:solidFill>
                  </a:tcPr>
                </a:tc>
                <a:tc>
                  <a:txBody>
                    <a:bodyPr/>
                    <a:lstStyle/>
                    <a:p>
                      <a:pPr algn="ctr">
                        <a:lnSpc>
                          <a:spcPct val="90000"/>
                        </a:lnSpc>
                        <a:buNone/>
                      </a:pPr>
                      <a:r>
                        <a:rPr lang="de-DE" sz="750" dirty="0">
                          <a:solidFill>
                            <a:schemeClr val="tx1"/>
                          </a:solidFill>
                        </a:rPr>
                        <a:t>Apr 22, 2026</a:t>
                      </a:r>
                    </a:p>
                  </a:txBody>
                  <a:tcPr marL="45720" marR="45720" marT="0" marB="0" anchor="ctr">
                    <a:lnL w="9525" cap="flat" cmpd="sng" algn="ctr">
                      <a:solidFill>
                        <a:schemeClr val="bg1"/>
                      </a:solidFill>
                      <a:prstDash val="solid"/>
                    </a:lnL>
                    <a:lnR w="9525" cap="flat" cmpd="sng" algn="ctr">
                      <a:solidFill>
                        <a:schemeClr val="bg1"/>
                      </a:solidFill>
                      <a:prstDash val="solid"/>
                    </a:lnR>
                    <a:lnT w="9525" cap="flat" cmpd="sng" algn="ctr">
                      <a:solidFill>
                        <a:schemeClr val="bg1"/>
                      </a:solidFill>
                      <a:prstDash val="solid"/>
                    </a:lnT>
                    <a:lnB w="9525" cap="flat" cmpd="sng" algn="ctr">
                      <a:solidFill>
                        <a:schemeClr val="bg1"/>
                      </a:solidFill>
                      <a:prstDash val="solid"/>
                    </a:lnB>
                    <a:solidFill>
                      <a:schemeClr val="bg1">
                        <a:lumMod val="95000"/>
                      </a:schemeClr>
                    </a:solidFill>
                  </a:tcPr>
                </a:tc>
              </a:tr>
              <a:tr h="187452">
                <a:tc>
                  <a:txBody>
                    <a:bodyPr/>
                    <a:lstStyle/>
                    <a:p>
                      <a:pPr algn="l">
                        <a:lnSpc>
                          <a:spcPct val="90000"/>
                        </a:lnSpc>
                        <a:buNone/>
                      </a:pPr>
                      <a:r>
                        <a:rPr lang="de-DE" sz="750" dirty="0">
                          <a:solidFill>
                            <a:schemeClr val="tx1"/>
                          </a:solidFill>
                        </a:rPr>
                        <a:t>SFC Energy</a:t>
                      </a:r>
                    </a:p>
                  </a:txBody>
                  <a:tcPr marL="54864" marR="45720" marT="0" marB="0" anchor="ctr">
                    <a:lnL w="9525" cap="flat" cmpd="sng" algn="ctr">
                      <a:solidFill>
                        <a:schemeClr val="bg1"/>
                      </a:solidFill>
                      <a:prstDash val="solid"/>
                    </a:lnL>
                    <a:lnR w="9525" cap="flat" cmpd="sng" algn="ctr">
                      <a:solidFill>
                        <a:schemeClr val="bg1"/>
                      </a:solidFill>
                      <a:prstDash val="solid"/>
                    </a:lnR>
                    <a:lnT w="9525" cap="flat" cmpd="sng" algn="ctr">
                      <a:solidFill>
                        <a:schemeClr val="bg1"/>
                      </a:solidFill>
                      <a:prstDash val="solid"/>
                    </a:lnT>
                    <a:lnB w="9525" cap="flat" cmpd="sng" algn="ctr">
                      <a:solidFill>
                        <a:schemeClr val="bg1"/>
                      </a:solidFill>
                      <a:prstDash val="solid"/>
                    </a:lnB>
                    <a:solidFill>
                      <a:schemeClr val="bg1"/>
                    </a:solidFill>
                  </a:tcPr>
                </a:tc>
                <a:tc>
                  <a:txBody>
                    <a:bodyPr/>
                    <a:lstStyle/>
                    <a:p>
                      <a:pPr algn="ctr">
                        <a:lnSpc>
                          <a:spcPct val="90000"/>
                        </a:lnSpc>
                        <a:buNone/>
                      </a:pPr>
                      <a:r>
                        <a:rPr lang="de-DE" sz="750" b="1" dirty="0">
                          <a:solidFill>
                            <a:srgbClr val="00A550"/>
                          </a:solidFill>
                        </a:rPr>
                        <a:t>BUY</a:t>
                      </a:r>
                    </a:p>
                  </a:txBody>
                  <a:tcPr marL="45720" marR="45720" marT="0" marB="0" anchor="ctr">
                    <a:lnL w="9525" cap="flat" cmpd="sng" algn="ctr">
                      <a:solidFill>
                        <a:schemeClr val="bg1"/>
                      </a:solidFill>
                      <a:prstDash val="solid"/>
                    </a:lnL>
                    <a:lnR w="9525" cap="flat" cmpd="sng" algn="ctr">
                      <a:solidFill>
                        <a:schemeClr val="bg1"/>
                      </a:solidFill>
                      <a:prstDash val="solid"/>
                    </a:lnR>
                    <a:lnT w="9525" cap="flat" cmpd="sng" algn="ctr">
                      <a:solidFill>
                        <a:schemeClr val="bg1"/>
                      </a:solidFill>
                      <a:prstDash val="solid"/>
                    </a:lnT>
                    <a:lnB w="9525" cap="flat" cmpd="sng" algn="ctr">
                      <a:solidFill>
                        <a:schemeClr val="bg1"/>
                      </a:solidFill>
                      <a:prstDash val="solid"/>
                    </a:lnB>
                    <a:solidFill>
                      <a:schemeClr val="bg1"/>
                    </a:solidFill>
                  </a:tcPr>
                </a:tc>
                <a:tc>
                  <a:txBody>
                    <a:bodyPr/>
                    <a:lstStyle/>
                    <a:p>
                      <a:pPr algn="r">
                        <a:lnSpc>
                          <a:spcPct val="90000"/>
                        </a:lnSpc>
                        <a:buNone/>
                      </a:pPr>
                      <a:r>
                        <a:rPr lang="de-DE" sz="750" dirty="0">
                          <a:solidFill>
                            <a:schemeClr val="tx1"/>
                          </a:solidFill>
                        </a:rPr>
                        <a:t>27</a:t>
                      </a:r>
                    </a:p>
                  </a:txBody>
                  <a:tcPr marL="45720" marR="73152" marT="0" marB="0" anchor="ctr">
                    <a:lnL w="9525" cap="flat" cmpd="sng" algn="ctr">
                      <a:solidFill>
                        <a:schemeClr val="bg1"/>
                      </a:solidFill>
                      <a:prstDash val="solid"/>
                    </a:lnL>
                    <a:lnR w="9525" cap="flat" cmpd="sng" algn="ctr">
                      <a:solidFill>
                        <a:schemeClr val="bg1"/>
                      </a:solidFill>
                      <a:prstDash val="solid"/>
                    </a:lnR>
                    <a:lnT w="9525" cap="flat" cmpd="sng" algn="ctr">
                      <a:solidFill>
                        <a:schemeClr val="bg1"/>
                      </a:solidFill>
                      <a:prstDash val="solid"/>
                    </a:lnT>
                    <a:lnB w="9525" cap="flat" cmpd="sng" algn="ctr">
                      <a:solidFill>
                        <a:schemeClr val="bg1"/>
                      </a:solidFill>
                      <a:prstDash val="solid"/>
                    </a:lnB>
                    <a:solidFill>
                      <a:schemeClr val="bg1"/>
                    </a:solidFill>
                  </a:tcPr>
                </a:tc>
                <a:tc>
                  <a:txBody>
                    <a:bodyPr/>
                    <a:lstStyle/>
                    <a:p>
                      <a:pPr algn="ctr">
                        <a:lnSpc>
                          <a:spcPct val="90000"/>
                        </a:lnSpc>
                        <a:buNone/>
                      </a:pPr>
                      <a:r>
                        <a:rPr lang="de-DE" sz="750" i="1" dirty="0">
                          <a:solidFill>
                            <a:schemeClr val="accent1"/>
                          </a:solidFill>
                        </a:rPr>
                        <a:t>+22%</a:t>
                      </a:r>
                    </a:p>
                  </a:txBody>
                  <a:tcPr marL="45720" marR="45720" marT="0" marB="0" anchor="ctr">
                    <a:lnL w="9525" cap="flat" cmpd="sng" algn="ctr">
                      <a:solidFill>
                        <a:schemeClr val="bg1"/>
                      </a:solidFill>
                      <a:prstDash val="solid"/>
                    </a:lnL>
                    <a:lnR w="9525" cap="flat" cmpd="sng" algn="ctr">
                      <a:solidFill>
                        <a:schemeClr val="bg1"/>
                      </a:solidFill>
                      <a:prstDash val="solid"/>
                    </a:lnR>
                    <a:lnT w="9525" cap="flat" cmpd="sng" algn="ctr">
                      <a:solidFill>
                        <a:schemeClr val="bg1"/>
                      </a:solidFill>
                      <a:prstDash val="solid"/>
                    </a:lnT>
                    <a:lnB w="9525" cap="flat" cmpd="sng" algn="ctr">
                      <a:solidFill>
                        <a:schemeClr val="bg1"/>
                      </a:solidFill>
                      <a:prstDash val="solid"/>
                    </a:lnB>
                    <a:solidFill>
                      <a:schemeClr val="bg1"/>
                    </a:solidFill>
                  </a:tcPr>
                </a:tc>
                <a:tc>
                  <a:txBody>
                    <a:bodyPr/>
                    <a:lstStyle/>
                    <a:p>
                      <a:pPr algn="ctr">
                        <a:lnSpc>
                          <a:spcPct val="90000"/>
                        </a:lnSpc>
                        <a:buNone/>
                      </a:pPr>
                      <a:r>
                        <a:rPr lang="de-DE" sz="750" dirty="0">
                          <a:solidFill>
                            <a:schemeClr val="tx1"/>
                          </a:solidFill>
                        </a:rPr>
                        <a:t>May 15, 2026</a:t>
                      </a:r>
                    </a:p>
                  </a:txBody>
                  <a:tcPr marL="45720" marR="45720" marT="0" marB="0" anchor="ctr">
                    <a:lnL w="9525" cap="flat" cmpd="sng" algn="ctr">
                      <a:solidFill>
                        <a:schemeClr val="bg1"/>
                      </a:solidFill>
                      <a:prstDash val="solid"/>
                    </a:lnL>
                    <a:lnR w="9525" cap="flat" cmpd="sng" algn="ctr">
                      <a:solidFill>
                        <a:schemeClr val="bg1"/>
                      </a:solidFill>
                      <a:prstDash val="solid"/>
                    </a:lnR>
                    <a:lnT w="9525" cap="flat" cmpd="sng" algn="ctr">
                      <a:solidFill>
                        <a:schemeClr val="bg1"/>
                      </a:solidFill>
                      <a:prstDash val="solid"/>
                    </a:lnT>
                    <a:lnB w="9525" cap="flat" cmpd="sng" algn="ctr">
                      <a:solidFill>
                        <a:schemeClr val="bg1"/>
                      </a:solidFill>
                      <a:prstDash val="solid"/>
                    </a:lnB>
                    <a:solidFill>
                      <a:schemeClr val="bg1"/>
                    </a:solidFill>
                  </a:tcPr>
                </a:tc>
              </a:tr>
              <a:tr h="187452">
                <a:tc>
                  <a:txBody>
                    <a:bodyPr/>
                    <a:lstStyle/>
                    <a:p>
                      <a:pPr algn="l">
                        <a:lnSpc>
                          <a:spcPct val="90000"/>
                        </a:lnSpc>
                        <a:buNone/>
                      </a:pPr>
                      <a:r>
                        <a:rPr lang="de-DE" sz="750" dirty="0">
                          <a:solidFill>
                            <a:schemeClr val="tx1"/>
                          </a:solidFill>
                        </a:rPr>
                        <a:t>Siemens</a:t>
                      </a:r>
                    </a:p>
                  </a:txBody>
                  <a:tcPr marL="54864" marR="45720" marT="0" marB="0" anchor="ctr">
                    <a:lnL w="9525" cap="flat" cmpd="sng" algn="ctr">
                      <a:solidFill>
                        <a:schemeClr val="bg1"/>
                      </a:solidFill>
                      <a:prstDash val="solid"/>
                    </a:lnL>
                    <a:lnR w="9525" cap="flat" cmpd="sng" algn="ctr">
                      <a:solidFill>
                        <a:schemeClr val="bg1"/>
                      </a:solidFill>
                      <a:prstDash val="solid"/>
                    </a:lnR>
                    <a:lnT w="9525" cap="flat" cmpd="sng" algn="ctr">
                      <a:solidFill>
                        <a:schemeClr val="bg1"/>
                      </a:solidFill>
                      <a:prstDash val="solid"/>
                    </a:lnT>
                    <a:lnB w="9525" cap="flat" cmpd="sng" algn="ctr">
                      <a:solidFill>
                        <a:schemeClr val="bg1"/>
                      </a:solidFill>
                      <a:prstDash val="solid"/>
                    </a:lnB>
                    <a:solidFill>
                      <a:schemeClr val="bg1">
                        <a:lumMod val="95000"/>
                      </a:schemeClr>
                    </a:solidFill>
                  </a:tcPr>
                </a:tc>
                <a:tc>
                  <a:txBody>
                    <a:bodyPr/>
                    <a:lstStyle/>
                    <a:p>
                      <a:pPr algn="ctr">
                        <a:lnSpc>
                          <a:spcPct val="90000"/>
                        </a:lnSpc>
                        <a:buNone/>
                      </a:pPr>
                      <a:r>
                        <a:rPr lang="de-DE" sz="750" b="1" dirty="0">
                          <a:solidFill>
                            <a:srgbClr val="00A550"/>
                          </a:solidFill>
                        </a:rPr>
                        <a:t>BUY</a:t>
                      </a:r>
                    </a:p>
                  </a:txBody>
                  <a:tcPr marL="45720" marR="45720" marT="0" marB="0" anchor="ctr">
                    <a:lnL w="9525" cap="flat" cmpd="sng" algn="ctr">
                      <a:solidFill>
                        <a:schemeClr val="bg1"/>
                      </a:solidFill>
                      <a:prstDash val="solid"/>
                    </a:lnL>
                    <a:lnR w="9525" cap="flat" cmpd="sng" algn="ctr">
                      <a:solidFill>
                        <a:schemeClr val="bg1"/>
                      </a:solidFill>
                      <a:prstDash val="solid"/>
                    </a:lnR>
                    <a:lnT w="9525" cap="flat" cmpd="sng" algn="ctr">
                      <a:solidFill>
                        <a:schemeClr val="bg1"/>
                      </a:solidFill>
                      <a:prstDash val="solid"/>
                    </a:lnT>
                    <a:lnB w="9525" cap="flat" cmpd="sng" algn="ctr">
                      <a:solidFill>
                        <a:schemeClr val="bg1"/>
                      </a:solidFill>
                      <a:prstDash val="solid"/>
                    </a:lnB>
                    <a:solidFill>
                      <a:schemeClr val="bg1">
                        <a:lumMod val="95000"/>
                      </a:schemeClr>
                    </a:solidFill>
                  </a:tcPr>
                </a:tc>
                <a:tc>
                  <a:txBody>
                    <a:bodyPr/>
                    <a:lstStyle/>
                    <a:p>
                      <a:pPr algn="r">
                        <a:lnSpc>
                          <a:spcPct val="90000"/>
                        </a:lnSpc>
                        <a:buNone/>
                      </a:pPr>
                      <a:r>
                        <a:rPr lang="de-DE" sz="750" dirty="0">
                          <a:solidFill>
                            <a:schemeClr val="tx1"/>
                          </a:solidFill>
                        </a:rPr>
                        <a:t>295</a:t>
                      </a:r>
                    </a:p>
                  </a:txBody>
                  <a:tcPr marL="45720" marR="73152" marT="0" marB="0" anchor="ctr">
                    <a:lnL w="9525" cap="flat" cmpd="sng" algn="ctr">
                      <a:solidFill>
                        <a:schemeClr val="bg1"/>
                      </a:solidFill>
                      <a:prstDash val="solid"/>
                    </a:lnL>
                    <a:lnR w="9525" cap="flat" cmpd="sng" algn="ctr">
                      <a:solidFill>
                        <a:schemeClr val="bg1"/>
                      </a:solidFill>
                      <a:prstDash val="solid"/>
                    </a:lnR>
                    <a:lnT w="9525" cap="flat" cmpd="sng" algn="ctr">
                      <a:solidFill>
                        <a:schemeClr val="bg1"/>
                      </a:solidFill>
                      <a:prstDash val="solid"/>
                    </a:lnT>
                    <a:lnB w="9525" cap="flat" cmpd="sng" algn="ctr">
                      <a:solidFill>
                        <a:schemeClr val="bg1"/>
                      </a:solidFill>
                      <a:prstDash val="solid"/>
                    </a:lnB>
                    <a:solidFill>
                      <a:schemeClr val="bg1">
                        <a:lumMod val="95000"/>
                      </a:schemeClr>
                    </a:solidFill>
                  </a:tcPr>
                </a:tc>
                <a:tc>
                  <a:txBody>
                    <a:bodyPr/>
                    <a:lstStyle/>
                    <a:p>
                      <a:pPr algn="ctr">
                        <a:lnSpc>
                          <a:spcPct val="90000"/>
                        </a:lnSpc>
                        <a:buNone/>
                      </a:pPr>
                      <a:r>
                        <a:rPr lang="de-DE" sz="750" i="1" dirty="0">
                          <a:solidFill>
                            <a:schemeClr val="accent1"/>
                          </a:solidFill>
                        </a:rPr>
                        <a:t>+8%</a:t>
                      </a:r>
                    </a:p>
                  </a:txBody>
                  <a:tcPr marL="45720" marR="45720" marT="0" marB="0" anchor="ctr">
                    <a:lnL w="9525" cap="flat" cmpd="sng" algn="ctr">
                      <a:solidFill>
                        <a:schemeClr val="bg1"/>
                      </a:solidFill>
                      <a:prstDash val="solid"/>
                    </a:lnL>
                    <a:lnR w="9525" cap="flat" cmpd="sng" algn="ctr">
                      <a:solidFill>
                        <a:schemeClr val="bg1"/>
                      </a:solidFill>
                      <a:prstDash val="solid"/>
                    </a:lnR>
                    <a:lnT w="9525" cap="flat" cmpd="sng" algn="ctr">
                      <a:solidFill>
                        <a:schemeClr val="bg1"/>
                      </a:solidFill>
                      <a:prstDash val="solid"/>
                    </a:lnT>
                    <a:lnB w="9525" cap="flat" cmpd="sng" algn="ctr">
                      <a:solidFill>
                        <a:schemeClr val="bg1"/>
                      </a:solidFill>
                      <a:prstDash val="solid"/>
                    </a:lnB>
                    <a:solidFill>
                      <a:schemeClr val="bg1">
                        <a:lumMod val="95000"/>
                      </a:schemeClr>
                    </a:solidFill>
                  </a:tcPr>
                </a:tc>
                <a:tc>
                  <a:txBody>
                    <a:bodyPr/>
                    <a:lstStyle/>
                    <a:p>
                      <a:pPr algn="ctr">
                        <a:lnSpc>
                          <a:spcPct val="90000"/>
                        </a:lnSpc>
                        <a:buNone/>
                      </a:pPr>
                      <a:r>
                        <a:rPr lang="de-DE" sz="750" dirty="0">
                          <a:solidFill>
                            <a:schemeClr val="tx1"/>
                          </a:solidFill>
                        </a:rPr>
                        <a:t>May 20, 2026</a:t>
                      </a:r>
                    </a:p>
                  </a:txBody>
                  <a:tcPr marL="45720" marR="45720" marT="0" marB="0" anchor="ctr">
                    <a:lnL w="9525" cap="flat" cmpd="sng" algn="ctr">
                      <a:solidFill>
                        <a:schemeClr val="bg1"/>
                      </a:solidFill>
                      <a:prstDash val="solid"/>
                    </a:lnL>
                    <a:lnR w="9525" cap="flat" cmpd="sng" algn="ctr">
                      <a:solidFill>
                        <a:schemeClr val="bg1"/>
                      </a:solidFill>
                      <a:prstDash val="solid"/>
                    </a:lnR>
                    <a:lnT w="9525" cap="flat" cmpd="sng" algn="ctr">
                      <a:solidFill>
                        <a:schemeClr val="bg1"/>
                      </a:solidFill>
                      <a:prstDash val="solid"/>
                    </a:lnT>
                    <a:lnB w="9525" cap="flat" cmpd="sng" algn="ctr">
                      <a:solidFill>
                        <a:schemeClr val="bg1"/>
                      </a:solidFill>
                      <a:prstDash val="solid"/>
                    </a:lnB>
                    <a:solidFill>
                      <a:schemeClr val="bg1">
                        <a:lumMod val="95000"/>
                      </a:schemeClr>
                    </a:solidFill>
                  </a:tcPr>
                </a:tc>
              </a:tr>
            </a:tbl>
          </a:graphicData>
        </a:graphic>
      </p:graphicFrame>
      <p:sp>
        <p:nvSpPr>
          <p:cNvPr id="135" name="Header Beitrag im Rahmen ei"/>
          <p:cNvSpPr txBox="1"/>
          <p:nvPr/>
        </p:nvSpPr>
        <p:spPr>
          <a:xfrm>
            <a:off x="7121012" y="4133088"/>
            <a:ext cx="3197352" cy="256032"/>
          </a:xfrm>
          <a:prstGeom prst="roundRect">
            <a:avLst/>
          </a:prstGeom>
          <a:solidFill>
            <a:schemeClr val="accent1"/>
          </a:solidFill>
          <a:ln w="12700">
            <a:solidFill>
              <a:schemeClr val="bg1"/>
            </a:solidFill>
          </a:ln>
          <a:effectLst>
            <a:outerShdw blurRad="50800" dist="38100" dir="2700000" algn="tl" rotWithShape="0">
              <a:prstClr val="black">
                <a:alpha val="40000"/>
              </a:prstClr>
            </a:outerShdw>
          </a:effectLst>
        </p:spPr>
        <p:style>
          <a:lnRef idx="0">
            <a:schemeClr val="accent1"/>
          </a:lnRef>
          <a:fillRef idx="1">
            <a:schemeClr val="accent1"/>
          </a:fillRef>
          <a:effectRef idx="0">
            <a:schemeClr val="dk1"/>
          </a:effectRef>
          <a:fontRef idx="minor">
            <a:schemeClr val="lt1"/>
          </a:fontRef>
        </p:style>
        <p:txBody>
          <a:bodyPr vert="horz" lIns="91440" tIns="45720" rIns="91440" bIns="45720" rtlCol="0" anchor="ctr">
            <a:noAutofit/>
          </a:bodyPr>
          <a:lstStyle/>
          <a:p>
            <a:pPr marL="0" indent="0" algn="ctr">
              <a:lnSpc>
                <a:spcPct val="100000"/>
              </a:lnSpc>
              <a:spcBef>
                <a:spcPts val="0"/>
              </a:spcBef>
              <a:spcAft>
                <a:spcPts val="0"/>
              </a:spcAft>
              <a:buNone/>
            </a:pPr>
            <a:r>
              <a:rPr lang="de-DE" sz="1000" b="1" dirty="0">
                <a:solidFill>
                  <a:schemeClr val="bg1"/>
                </a:solidFill>
              </a:rPr>
              <a:t>Beitrag im Rahmen eines Börsengangs</a:t>
            </a:r>
          </a:p>
        </p:txBody>
      </p:sp>
      <p:sp>
        <p:nvSpPr>
          <p:cNvPr id="136" name="Label Pre-deal"/>
          <p:cNvSpPr txBox="1"/>
          <p:nvPr/>
        </p:nvSpPr>
        <p:spPr>
          <a:xfrm>
            <a:off x="7175876" y="4517136"/>
            <a:ext cx="731520" cy="640080"/>
          </a:xfrm>
          <a:prstGeom prst="rect">
            <a:avLst/>
          </a:prstGeom>
          <a:solidFill>
            <a:srgbClr val="A6A6A6"/>
          </a:solidFill>
          <a:ln>
            <a:noFill/>
          </a:ln>
        </p:spPr>
        <p:style>
          <a:lnRef idx="0">
            <a:schemeClr val="accent1"/>
          </a:lnRef>
          <a:fillRef idx="1">
            <a:schemeClr val="accent1"/>
          </a:fillRef>
          <a:effectRef idx="0">
            <a:schemeClr val="dk1"/>
          </a:effectRef>
          <a:fontRef idx="minor">
            <a:schemeClr val="lt1"/>
          </a:fontRef>
        </p:style>
        <p:txBody>
          <a:bodyPr vert="horz" lIns="36576" tIns="18288" rIns="36576" bIns="18288" rtlCol="0" anchor="ctr">
            <a:noAutofit/>
          </a:bodyPr>
          <a:lstStyle/>
          <a:p>
            <a:pPr marL="0" indent="0" algn="ctr">
              <a:lnSpc>
                <a:spcPct val="100000"/>
              </a:lnSpc>
              <a:spcBef>
                <a:spcPts val="0"/>
              </a:spcBef>
              <a:spcAft>
                <a:spcPts val="0"/>
              </a:spcAft>
              <a:buNone/>
            </a:pPr>
            <a:r>
              <a:rPr lang="de-DE" sz="1100" dirty="0">
                <a:solidFill>
                  <a:schemeClr val="bg1"/>
                </a:solidFill>
              </a:rPr>
              <a:t>Pre-deal</a:t>
            </a:r>
          </a:p>
        </p:txBody>
      </p:sp>
      <p:sp>
        <p:nvSpPr>
          <p:cNvPr id="137" name="Text Pre-deal"/>
          <p:cNvSpPr txBox="1"/>
          <p:nvPr/>
        </p:nvSpPr>
        <p:spPr>
          <a:xfrm>
            <a:off x="8053700" y="4517136"/>
            <a:ext cx="2209800" cy="640080"/>
          </a:xfrm>
          <a:prstGeom prst="rect">
            <a:avLst/>
          </a:prstGeom>
          <a:noFill/>
          <a:ln>
            <a:noFill/>
          </a:ln>
        </p:spPr>
        <p:style>
          <a:lnRef idx="0">
            <a:schemeClr val="accent1"/>
          </a:lnRef>
          <a:fillRef idx="1">
            <a:schemeClr val="accent1"/>
          </a:fillRef>
          <a:effectRef idx="0">
            <a:schemeClr val="dk1"/>
          </a:effectRef>
          <a:fontRef idx="minor">
            <a:schemeClr val="lt1"/>
          </a:fontRef>
        </p:style>
        <p:txBody>
          <a:bodyPr vert="horz" lIns="0" tIns="0" rIns="0" bIns="0" rtlCol="0" anchor="ctr">
            <a:noAutofit/>
          </a:bodyPr>
          <a:lstStyle/>
          <a:p>
            <a:pPr marL="146304" indent="-146304" algn="l">
              <a:lnSpc>
                <a:spcPct val="95000"/>
              </a:lnSpc>
              <a:spcBef>
                <a:spcPts val="0"/>
              </a:spcBef>
              <a:spcAft>
                <a:spcPts val="120"/>
              </a:spcAft>
              <a:buClr>
                <a:schemeClr val="accent1"/>
              </a:buClr>
              <a:buSzPct val="70"/>
              <a:buFont typeface="Wingdings" pitchFamily="2" charset="2"/>
              <a:buChar char="n"/>
            </a:pPr>
            <a:r>
              <a:rPr lang="de-DE" sz="1050" dirty="0">
                <a:solidFill>
                  <a:schemeClr val="tx1"/>
                </a:solidFill>
              </a:rPr>
              <a:t xml:space="preserve">Detaillierter Research Report </a:t>
            </a:r>
            <a:r>
              <a:rPr lang="de-DE" sz="1050" b="1" dirty="0">
                <a:solidFill>
                  <a:schemeClr val="tx1"/>
                </a:solidFill>
              </a:rPr>
              <a:t>(Initiation)</a:t>
            </a:r>
          </a:p>
          <a:p>
            <a:pPr marL="146304" indent="-146304" algn="l">
              <a:lnSpc>
                <a:spcPct val="95000"/>
              </a:lnSpc>
              <a:spcBef>
                <a:spcPts val="0"/>
              </a:spcBef>
              <a:spcAft>
                <a:spcPts val="0"/>
              </a:spcAft>
              <a:buClr>
                <a:schemeClr val="accent1"/>
              </a:buClr>
              <a:buSzPct val="70"/>
              <a:buFont typeface="Wingdings" pitchFamily="2" charset="2"/>
              <a:buChar char="n"/>
            </a:pPr>
            <a:r>
              <a:rPr lang="de-DE" sz="1050" dirty="0">
                <a:solidFill>
                  <a:schemeClr val="tx1"/>
                </a:solidFill>
              </a:rPr>
              <a:t xml:space="preserve">Teach-in für das Sales Team und </a:t>
            </a:r>
            <a:r>
              <a:rPr lang="de-DE" sz="1050" b="1" dirty="0">
                <a:solidFill>
                  <a:schemeClr val="tx1"/>
                </a:solidFill>
              </a:rPr>
              <a:t>PDIE</a:t>
            </a:r>
          </a:p>
        </p:txBody>
      </p:sp>
      <p:sp>
        <p:nvSpPr>
          <p:cNvPr id="138" name="Label Road- show"/>
          <p:cNvSpPr txBox="1"/>
          <p:nvPr/>
        </p:nvSpPr>
        <p:spPr>
          <a:xfrm>
            <a:off x="7175876" y="5266944"/>
            <a:ext cx="731520" cy="640080"/>
          </a:xfrm>
          <a:prstGeom prst="rect">
            <a:avLst/>
          </a:prstGeom>
          <a:solidFill>
            <a:srgbClr val="A6A6A6"/>
          </a:solidFill>
          <a:ln>
            <a:noFill/>
          </a:ln>
        </p:spPr>
        <p:style>
          <a:lnRef idx="0">
            <a:schemeClr val="accent1"/>
          </a:lnRef>
          <a:fillRef idx="1">
            <a:schemeClr val="accent1"/>
          </a:fillRef>
          <a:effectRef idx="0">
            <a:schemeClr val="dk1"/>
          </a:effectRef>
          <a:fontRef idx="minor">
            <a:schemeClr val="lt1"/>
          </a:fontRef>
        </p:style>
        <p:txBody>
          <a:bodyPr vert="horz" lIns="36576" tIns="18288" rIns="36576" bIns="18288" rtlCol="0" anchor="ctr">
            <a:noAutofit/>
          </a:bodyPr>
          <a:lstStyle/>
          <a:p>
            <a:pPr marL="0" indent="0" algn="ctr">
              <a:lnSpc>
                <a:spcPct val="100000"/>
              </a:lnSpc>
              <a:spcBef>
                <a:spcPts val="0"/>
              </a:spcBef>
              <a:spcAft>
                <a:spcPts val="0"/>
              </a:spcAft>
              <a:buNone/>
            </a:pPr>
            <a:r>
              <a:rPr lang="de-DE" sz="1100" dirty="0">
                <a:solidFill>
                  <a:schemeClr val="bg1"/>
                </a:solidFill>
              </a:rPr>
              <a:t>Road-</a:t>
            </a:r>
          </a:p>
          <a:p>
            <a:pPr marL="0" indent="0" algn="ctr">
              <a:lnSpc>
                <a:spcPct val="100000"/>
              </a:lnSpc>
              <a:spcBef>
                <a:spcPts val="0"/>
              </a:spcBef>
              <a:spcAft>
                <a:spcPts val="0"/>
              </a:spcAft>
              <a:buNone/>
            </a:pPr>
            <a:r>
              <a:rPr lang="de-DE" sz="1100" dirty="0">
                <a:solidFill>
                  <a:schemeClr val="bg1"/>
                </a:solidFill>
              </a:rPr>
              <a:t>show</a:t>
            </a:r>
          </a:p>
        </p:txBody>
      </p:sp>
      <p:sp>
        <p:nvSpPr>
          <p:cNvPr id="139" name="Text Road- show"/>
          <p:cNvSpPr txBox="1"/>
          <p:nvPr/>
        </p:nvSpPr>
        <p:spPr>
          <a:xfrm>
            <a:off x="8053700" y="5266944"/>
            <a:ext cx="2209800" cy="640080"/>
          </a:xfrm>
          <a:prstGeom prst="rect">
            <a:avLst/>
          </a:prstGeom>
          <a:noFill/>
          <a:ln>
            <a:noFill/>
          </a:ln>
        </p:spPr>
        <p:style>
          <a:lnRef idx="0">
            <a:schemeClr val="accent1"/>
          </a:lnRef>
          <a:fillRef idx="1">
            <a:schemeClr val="accent1"/>
          </a:fillRef>
          <a:effectRef idx="0">
            <a:schemeClr val="dk1"/>
          </a:effectRef>
          <a:fontRef idx="minor">
            <a:schemeClr val="lt1"/>
          </a:fontRef>
        </p:style>
        <p:txBody>
          <a:bodyPr vert="horz" lIns="0" tIns="0" rIns="0" bIns="0" rtlCol="0" anchor="ctr">
            <a:noAutofit/>
          </a:bodyPr>
          <a:lstStyle/>
          <a:p>
            <a:pPr marL="146304" indent="-146304" algn="l">
              <a:lnSpc>
                <a:spcPct val="95000"/>
              </a:lnSpc>
              <a:spcBef>
                <a:spcPts val="0"/>
              </a:spcBef>
              <a:spcAft>
                <a:spcPts val="120"/>
              </a:spcAft>
              <a:buClr>
                <a:schemeClr val="accent1"/>
              </a:buClr>
              <a:buSzPct val="70"/>
              <a:buFont typeface="Wingdings" pitchFamily="2" charset="2"/>
              <a:buChar char="n"/>
            </a:pPr>
            <a:r>
              <a:rPr lang="de-DE" sz="1050" dirty="0">
                <a:solidFill>
                  <a:schemeClr val="tx1"/>
                </a:solidFill>
              </a:rPr>
              <a:t>Umfassende Investor Education</a:t>
            </a:r>
          </a:p>
          <a:p>
            <a:pPr marL="146304" indent="-146304" algn="l">
              <a:lnSpc>
                <a:spcPct val="95000"/>
              </a:lnSpc>
              <a:spcBef>
                <a:spcPts val="0"/>
              </a:spcBef>
              <a:spcAft>
                <a:spcPts val="0"/>
              </a:spcAft>
              <a:buClr>
                <a:schemeClr val="accent1"/>
              </a:buClr>
              <a:buSzPct val="70"/>
              <a:buFont typeface="Wingdings" pitchFamily="2" charset="2"/>
              <a:buChar char="n"/>
            </a:pPr>
            <a:r>
              <a:rPr lang="de-DE" sz="1050" b="1" dirty="0">
                <a:solidFill>
                  <a:schemeClr val="tx1"/>
                </a:solidFill>
              </a:rPr>
              <a:t>Tägliches Investorenfeedback</a:t>
            </a:r>
          </a:p>
        </p:txBody>
      </p:sp>
      <p:sp>
        <p:nvSpPr>
          <p:cNvPr id="140" name="Label After- market"/>
          <p:cNvSpPr txBox="1"/>
          <p:nvPr/>
        </p:nvSpPr>
        <p:spPr>
          <a:xfrm>
            <a:off x="7175876" y="6016752"/>
            <a:ext cx="731520" cy="731520"/>
          </a:xfrm>
          <a:prstGeom prst="rect">
            <a:avLst/>
          </a:prstGeom>
          <a:solidFill>
            <a:srgbClr val="A6A6A6"/>
          </a:solidFill>
          <a:ln>
            <a:noFill/>
          </a:ln>
        </p:spPr>
        <p:style>
          <a:lnRef idx="0">
            <a:schemeClr val="accent1"/>
          </a:lnRef>
          <a:fillRef idx="1">
            <a:schemeClr val="accent1"/>
          </a:fillRef>
          <a:effectRef idx="0">
            <a:schemeClr val="dk1"/>
          </a:effectRef>
          <a:fontRef idx="minor">
            <a:schemeClr val="lt1"/>
          </a:fontRef>
        </p:style>
        <p:txBody>
          <a:bodyPr vert="horz" lIns="36576" tIns="18288" rIns="36576" bIns="18288" rtlCol="0" anchor="ctr">
            <a:noAutofit/>
          </a:bodyPr>
          <a:lstStyle/>
          <a:p>
            <a:pPr marL="0" indent="0" algn="ctr">
              <a:lnSpc>
                <a:spcPct val="100000"/>
              </a:lnSpc>
              <a:spcBef>
                <a:spcPts val="0"/>
              </a:spcBef>
              <a:spcAft>
                <a:spcPts val="0"/>
              </a:spcAft>
              <a:buNone/>
            </a:pPr>
            <a:r>
              <a:rPr lang="de-DE" sz="1100" dirty="0">
                <a:solidFill>
                  <a:schemeClr val="bg1"/>
                </a:solidFill>
              </a:rPr>
              <a:t>After-</a:t>
            </a:r>
          </a:p>
          <a:p>
            <a:pPr marL="0" indent="0" algn="ctr">
              <a:lnSpc>
                <a:spcPct val="100000"/>
              </a:lnSpc>
              <a:spcBef>
                <a:spcPts val="0"/>
              </a:spcBef>
              <a:spcAft>
                <a:spcPts val="0"/>
              </a:spcAft>
              <a:buNone/>
            </a:pPr>
            <a:r>
              <a:rPr lang="de-DE" sz="1100" dirty="0">
                <a:solidFill>
                  <a:schemeClr val="bg1"/>
                </a:solidFill>
              </a:rPr>
              <a:t>market</a:t>
            </a:r>
          </a:p>
        </p:txBody>
      </p:sp>
      <p:sp>
        <p:nvSpPr>
          <p:cNvPr id="141" name="Text After- market"/>
          <p:cNvSpPr txBox="1"/>
          <p:nvPr/>
        </p:nvSpPr>
        <p:spPr>
          <a:xfrm>
            <a:off x="8053700" y="6016752"/>
            <a:ext cx="2209800" cy="731520"/>
          </a:xfrm>
          <a:prstGeom prst="rect">
            <a:avLst/>
          </a:prstGeom>
          <a:noFill/>
          <a:ln>
            <a:noFill/>
          </a:ln>
        </p:spPr>
        <p:style>
          <a:lnRef idx="0">
            <a:schemeClr val="accent1"/>
          </a:lnRef>
          <a:fillRef idx="1">
            <a:schemeClr val="accent1"/>
          </a:fillRef>
          <a:effectRef idx="0">
            <a:schemeClr val="dk1"/>
          </a:effectRef>
          <a:fontRef idx="minor">
            <a:schemeClr val="lt1"/>
          </a:fontRef>
        </p:style>
        <p:txBody>
          <a:bodyPr vert="horz" lIns="0" tIns="0" rIns="0" bIns="0" rtlCol="0" anchor="ctr">
            <a:noAutofit/>
          </a:bodyPr>
          <a:lstStyle/>
          <a:p>
            <a:pPr marL="146304" indent="-146304" algn="l">
              <a:lnSpc>
                <a:spcPct val="95000"/>
              </a:lnSpc>
              <a:spcBef>
                <a:spcPts val="0"/>
              </a:spcBef>
              <a:spcAft>
                <a:spcPts val="120"/>
              </a:spcAft>
              <a:buClr>
                <a:schemeClr val="accent1"/>
              </a:buClr>
              <a:buSzPct val="70"/>
              <a:buFont typeface="Wingdings" pitchFamily="2" charset="2"/>
              <a:buChar char="n"/>
            </a:pPr>
            <a:r>
              <a:rPr lang="de-DE" sz="1050" dirty="0">
                <a:solidFill>
                  <a:schemeClr val="tx1"/>
                </a:solidFill>
              </a:rPr>
              <a:t>Langfristige Research Coverage</a:t>
            </a:r>
          </a:p>
          <a:p>
            <a:pPr marL="146304" indent="-146304" algn="l">
              <a:lnSpc>
                <a:spcPct val="95000"/>
              </a:lnSpc>
              <a:spcBef>
                <a:spcPts val="0"/>
              </a:spcBef>
              <a:spcAft>
                <a:spcPts val="0"/>
              </a:spcAft>
              <a:buClr>
                <a:schemeClr val="accent1"/>
              </a:buClr>
              <a:buSzPct val="70"/>
              <a:buFont typeface="Wingdings" pitchFamily="2" charset="2"/>
              <a:buChar char="n"/>
            </a:pPr>
            <a:r>
              <a:rPr lang="de-DE" sz="1050" dirty="0">
                <a:solidFill>
                  <a:schemeClr val="tx1"/>
                </a:solidFill>
              </a:rPr>
              <a:t>Unterstützung bei Management Roadshows, Konferenzen und Events</a:t>
            </a:r>
          </a:p>
        </p:txBody>
      </p:sp>
      <p:sp>
        <p:nvSpPr>
          <p:cNvPr id="142" name="Fussnote"/>
          <p:cNvSpPr>
            <a:spLocks noGrp="1"/>
          </p:cNvSpPr>
          <p:nvPr>
            <p:ph type="body" sz="quarter" idx="15"/>
          </p:nvPr>
        </p:nvSpPr>
        <p:spPr>
          <a:xfrm>
            <a:off x="378836" y="6885798"/>
            <a:ext cx="8686800" cy="168341"/>
          </a:xfrm>
        </p:spPr>
        <p:txBody>
          <a:bodyPr/>
          <a:lstStyle/>
          <a:p>
            <a:pPr lvl="0"/>
            <a:r>
              <a:rPr lang="de-DE" dirty="0"/>
              <a:t>1) Current Upside = Kurspotenzial des Kursziels gegenüber dem jeweils letzten Schlusskurs; Stand: Datum der letzten Aktualisierung</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 name="THINKCELLPRESENTATIONDONOTDELETE" val="&lt;?xml version=&quot;1.0&quot; encoding=&quot;UTF-16&quot; standalone=&quot;yes&quot;?&gt;&lt;root reqver=&quot;32687&quot;&gt;&lt;version val=&quot;38576&quot;/&gt;&lt;CPresentation id=&quot;1&quot;&gt;&lt;m_precDefaultOrdinal&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Ordinal&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d.%m.%Y&lt;/m_strFormatTime&gt;&lt;m_yearfmt&gt;&lt;begin val=&quot;0&quot;/&gt;&lt;end val=&quot;0&quot;/&gt;&lt;/m_yearfmt&gt;&lt;/m_precDefaultDate&gt;&lt;m_precDefaultDay&gt;&lt;m_bNumberIsYear val=&quot;0&quot;/&gt;&lt;m_strFormatTime&gt;%#d&lt;/m_strFormatTime&gt;&lt;m_yearfmt&gt;&lt;begin val=&quot;0&quot;/&gt;&lt;end val=&quot;4&quot;/&gt;&lt;/m_yearfmt&gt;&lt;/m_precDefaultDay&gt;&lt;m_precDefaultWeek&gt;&lt;m_bNumberIsYear val=&quot;0&quot;/&gt;&lt;m_strFormatTime&gt;%4&lt;/m_strFormatTime&gt;&lt;m_yearfmt&gt;&lt;begin val=&quot;0&quot;/&gt;&lt;end val=&quot;4&quot;/&gt;&lt;/m_yearfmt&gt;&lt;/m_precDefaultWeek&gt;&lt;m_precDefaultMonth&gt;&lt;m_bNumberIsYear val=&quot;0&quot;/&gt;&lt;m_strFormatTime&gt;%1 %Y&lt;/m_strFormatTime&gt;&lt;m_yearfmt&gt;&lt;begin val=&quot;0&quot;/&gt;&lt;end val=&quot;3&quot;/&gt;&lt;/m_yearfmt&gt;&lt;/m_precDefaultMonth&gt;&lt;m_precDefaultQuarter&gt;&lt;m_bNumberIsYear val=&quot;0&quot;/&gt;&lt;m_strFormatTime&gt;Q%5&lt;/m_strFormatTime&gt;&lt;m_yearfmt&gt;&lt;begin val=&quot;0&quot;/&gt;&lt;end val=&quot;4&quot;/&gt;&lt;/m_yearfmt&gt;&lt;/m_precDefaultQuarter&gt;&lt;m_precDefaultYear&gt;&lt;m_yearfmt&gt;&lt;begin val=&quot;0&quot;/&gt;&lt;end val=&quot;4&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0&quot;/&gt;&lt;/m_mruColor&gt;&lt;m_eweekdayFirstOfWeek val=&quot;2&quot;/&gt;&lt;m_eweekdayFirstOfWorkweek val=&quot;2&quot;/&gt;&lt;m_eweekdayFirstOfWeekend val=&quot;7&quot;/&gt;&lt;/CPresentation&gt;&lt;/root&gt;"/>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Metzler_CF_d_e">
  <a:themeElements>
    <a:clrScheme name="MCF new">
      <a:dk1>
        <a:srgbClr val="000000"/>
      </a:dk1>
      <a:lt1>
        <a:srgbClr val="FFFFFF"/>
      </a:lt1>
      <a:dk2>
        <a:srgbClr val="808080"/>
      </a:dk2>
      <a:lt2>
        <a:srgbClr val="D1E4FD"/>
      </a:lt2>
      <a:accent1>
        <a:srgbClr val="003D7C"/>
      </a:accent1>
      <a:accent2>
        <a:srgbClr val="3157E3"/>
      </a:accent2>
      <a:accent3>
        <a:srgbClr val="718BEB"/>
      </a:accent3>
      <a:accent4>
        <a:srgbClr val="67A6F9"/>
      </a:accent4>
      <a:accent5>
        <a:srgbClr val="A5CAFB"/>
      </a:accent5>
      <a:accent6>
        <a:srgbClr val="FF9900"/>
      </a:accent6>
      <a:hlink>
        <a:srgbClr val="FF9900"/>
      </a:hlink>
      <a:folHlink>
        <a:srgbClr val="67A6F9"/>
      </a:folHlink>
    </a:clrScheme>
    <a:fontScheme name="Metzler">
      <a:majorFont>
        <a:latin typeface="Univers for Metzler Light"/>
        <a:ea typeface=""/>
        <a:cs typeface=""/>
      </a:majorFont>
      <a:minorFont>
        <a:latin typeface="Univers for Metzler Light"/>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1000" dirty="0" smtClean="0"/>
        </a:defPPr>
      </a:lstStyle>
      <a:style>
        <a:lnRef idx="2">
          <a:schemeClr val="accent1">
            <a:shade val="15000"/>
          </a:schemeClr>
        </a:lnRef>
        <a:fillRef idx="1">
          <a:schemeClr val="accent1"/>
        </a:fillRef>
        <a:effectRef idx="0">
          <a:schemeClr val="accent1"/>
        </a:effectRef>
        <a:fontRef idx="minor">
          <a:schemeClr val="lt1"/>
        </a:fontRef>
      </a:style>
    </a:spDef>
    <a:txDef>
      <a:spPr>
        <a:noFill/>
      </a:spPr>
      <a:bodyPr wrap="square" rtlCol="0">
        <a:spAutoFit/>
      </a:bodyPr>
      <a:lstStyle>
        <a:defPPr>
          <a:defRPr sz="1600" dirty="0"/>
        </a:defPPr>
      </a:lstStyle>
    </a:txDef>
  </a:objectDefaults>
  <a:extraClrSchemeLst/>
  <a:custClrLst>
    <a:custClr name="Custom Color 1">
      <a:srgbClr val="5171E7"/>
    </a:custClr>
    <a:custClr name="Custom Color 2">
      <a:srgbClr val="80B4FA"/>
    </a:custClr>
    <a:custClr name="Custom Color 3">
      <a:srgbClr val="EBF4FF"/>
    </a:custClr>
    <a:custClr name="Custom Color 4">
      <a:srgbClr val="FFA827"/>
    </a:custClr>
    <a:custClr name="Custom Color 5">
      <a:srgbClr val="FFB64B"/>
    </a:custClr>
    <a:custClr name="Custom Color 6">
      <a:srgbClr val="FFC56F"/>
    </a:custClr>
    <a:custClr name="Custom Color 7">
      <a:srgbClr val="B02307"/>
    </a:custClr>
    <a:custClr name="Custom Color 8">
      <a:srgbClr val="D33313"/>
    </a:custClr>
    <a:custClr name="Custom Color 9">
      <a:srgbClr val="EC4C2C"/>
    </a:custClr>
    <a:custClr name="Custom Color 10">
      <a:srgbClr val="EF664B"/>
    </a:custClr>
    <a:custClr name="Custom Color 11">
      <a:srgbClr val="939408"/>
    </a:custClr>
    <a:custClr name="Custom Color 12">
      <a:srgbClr val="B4C814"/>
    </a:custClr>
  </a:custClrLst>
  <a:extLst>
    <a:ext uri="{05A4C25C-085E-4340-85A3-A5531E510DB2}">
      <thm15:themeFamily xmlns:thm15="http://schemas.microsoft.com/office/thememl/2012/main" name="Metzler_CF_d_e.potx" id="{926D14F7-056B-4262-B76A-681A1B93E609}" vid="{F3169F4A-9CB9-4496-9710-E7BD790D5BDD}"/>
    </a:ext>
  </a:extLst>
</a:theme>
</file>

<file path=ppt/theme/theme2.xml><?xml version="1.0" encoding="utf-8"?>
<a:theme xmlns:a="http://schemas.openxmlformats.org/drawingml/2006/main" name="1_Vorlage_BMSSC_e">
  <a:themeElements>
    <a:clrScheme name="MCF new">
      <a:dk1>
        <a:srgbClr val="000000"/>
      </a:dk1>
      <a:lt1>
        <a:srgbClr val="FFFFFF"/>
      </a:lt1>
      <a:dk2>
        <a:srgbClr val="808080"/>
      </a:dk2>
      <a:lt2>
        <a:srgbClr val="D1E4FD"/>
      </a:lt2>
      <a:accent1>
        <a:srgbClr val="003D7C"/>
      </a:accent1>
      <a:accent2>
        <a:srgbClr val="3157E3"/>
      </a:accent2>
      <a:accent3>
        <a:srgbClr val="718BEB"/>
      </a:accent3>
      <a:accent4>
        <a:srgbClr val="67A6F9"/>
      </a:accent4>
      <a:accent5>
        <a:srgbClr val="A5CAFB"/>
      </a:accent5>
      <a:accent6>
        <a:srgbClr val="FF9900"/>
      </a:accent6>
      <a:hlink>
        <a:srgbClr val="FF9900"/>
      </a:hlink>
      <a:folHlink>
        <a:srgbClr val="67A6F9"/>
      </a:folHlink>
    </a:clrScheme>
    <a:fontScheme name="Metzler">
      <a:majorFont>
        <a:latin typeface="Univers for Metzler Light"/>
        <a:ea typeface=""/>
        <a:cs typeface=""/>
      </a:majorFont>
      <a:minorFont>
        <a:latin typeface="Univers for Metzler Light"/>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1600" dirty="0"/>
        </a:defPPr>
      </a:lstStyle>
    </a:txDef>
  </a:objectDefaults>
  <a:extraClrSchemeLst/>
  <a:custClrLst>
    <a:custClr name="Custom Color 1">
      <a:srgbClr val="5171E7"/>
    </a:custClr>
    <a:custClr name="Custom Color 2">
      <a:srgbClr val="80B4FA"/>
    </a:custClr>
    <a:custClr name="Custom Color 3">
      <a:srgbClr val="EBF4FF"/>
    </a:custClr>
    <a:custClr name="Custom Color 4">
      <a:srgbClr val="FFA827"/>
    </a:custClr>
    <a:custClr name="Custom Color 5">
      <a:srgbClr val="FFB64B"/>
    </a:custClr>
    <a:custClr name="Custom Color 6">
      <a:srgbClr val="FFC56F"/>
    </a:custClr>
    <a:custClr name="Custom Color 7">
      <a:srgbClr val="B02307"/>
    </a:custClr>
    <a:custClr name="Custom Color 8">
      <a:srgbClr val="D33313"/>
    </a:custClr>
    <a:custClr name="Custom Color 9">
      <a:srgbClr val="EC4C2C"/>
    </a:custClr>
    <a:custClr name="Custom Color 10">
      <a:srgbClr val="EF664B"/>
    </a:custClr>
    <a:custClr name="Custom Color 11">
      <a:srgbClr val="939408"/>
    </a:custClr>
    <a:custClr name="Custom Color 12">
      <a:srgbClr val="B4C814"/>
    </a:custClr>
  </a:custClrLst>
  <a:extLst>
    <a:ext uri="{05A4C25C-085E-4340-85A3-A5531E510DB2}">
      <thm15:themeFamily xmlns:thm15="http://schemas.microsoft.com/office/thememl/2012/main" name="Metzler_CF_d_e.potx" id="{926D14F7-056B-4262-B76A-681A1B93E609}" vid="{A49EE192-7583-4CC4-B85F-21566429BB6D}"/>
    </a:ext>
  </a:extLst>
</a:theme>
</file>

<file path=ppt/theme/theme3.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6">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440E4DF6-4C8E-4DE0-83D5-FC5DDB1C30C4}">
  <we:reference id="36907bf5-2c4b-4ebb-b2d8-8ed6acad83c2" version="1.0.0.0" store="\\fsp\groups\BMETZLER\_PRAKTIKANTEN_TRAINEES\_Logointern" storeType="Filesystem"/>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PP Vorlage MCF Deutsch</Template>
  <TotalTime>0</TotalTime>
  <Words>175</Words>
  <Application>Microsoft Office PowerPoint</Application>
  <PresentationFormat>Custom</PresentationFormat>
  <Paragraphs>44</Paragraphs>
  <Slides>1</Slides>
  <Notes>1</Notes>
  <HiddenSlides>0</HiddenSlides>
  <MMClips>0</MMClips>
  <ScaleCrop>false</ScaleCrop>
  <HeadingPairs>
    <vt:vector size="8" baseType="variant">
      <vt:variant>
        <vt:lpstr>Fonts Used</vt:lpstr>
      </vt:variant>
      <vt:variant>
        <vt:i4>5</vt:i4>
      </vt:variant>
      <vt:variant>
        <vt:lpstr>Theme</vt:lpstr>
      </vt:variant>
      <vt:variant>
        <vt:i4>2</vt:i4>
      </vt:variant>
      <vt:variant>
        <vt:lpstr>Embedded OLE Servers</vt:lpstr>
      </vt:variant>
      <vt:variant>
        <vt:i4>1</vt:i4>
      </vt:variant>
      <vt:variant>
        <vt:lpstr>Slide Titles</vt:lpstr>
      </vt:variant>
      <vt:variant>
        <vt:i4>1</vt:i4>
      </vt:variant>
    </vt:vector>
  </HeadingPairs>
  <TitlesOfParts>
    <vt:vector size="9" baseType="lpstr">
      <vt:lpstr>Arial</vt:lpstr>
      <vt:lpstr>Calibri</vt:lpstr>
      <vt:lpstr>Univers for Metzler</vt:lpstr>
      <vt:lpstr>Univers for Metzler Light</vt:lpstr>
      <vt:lpstr>Wingdings</vt:lpstr>
      <vt:lpstr>Metzler_CF_d_e</vt:lpstr>
      <vt:lpstr>1_Vorlage_BMSSC_e</vt:lpstr>
      <vt:lpstr>think-cell Slide</vt:lpstr>
      <vt:lpstr>Metzlers spezialisiertes Industrials M&amp;A-Team vereint fundierte Transaktionserfahrung und Branchenkenntnisse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Fynn Julian Sandrock</dc:creator>
  <cp:lastModifiedBy>Nicolas Pfennig</cp:lastModifiedBy>
  <cp:revision>594</cp:revision>
  <cp:lastPrinted>2026-04-27T20:29:18Z</cp:lastPrinted>
  <dcterms:created xsi:type="dcterms:W3CDTF">2025-04-11T12:41:16Z</dcterms:created>
  <dcterms:modified xsi:type="dcterms:W3CDTF">2026-09-02T11:40:53Z</dcterms:modified>
</cp:coreProperties>
</file>