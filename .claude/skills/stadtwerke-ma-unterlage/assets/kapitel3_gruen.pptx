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2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3766" r:id="rId43"/>
    <p:sldId id="3767" r:id="rId44"/>
  </p:sldIdLst>
  <p:sldSz cx="10693400" cy="7561263"/>
  <p:notesSz cx="6797675" cy="9872663"/>
  <p:embeddedFontLst>
    <p:embeddedFont>
      <p:font typeface="Cadiz" pitchFamily="2" charset="0"/>
      <p:regular r:id="rId23"/>
      <p:bold r:id="rId24"/>
      <p:italic r:id="rId25"/>
      <p:boldItalic r:id="rId26"/>
    </p:embeddedFont>
    <p:embeddedFont>
      <p:font typeface="Univers for Metzler" panose="020B0503030202020203" pitchFamily="34" charset="0"/>
      <p:regular r:id="rId27"/>
      <p:bold r:id="rId28"/>
      <p:italic r:id="rId29"/>
      <p:boldItalic r:id="rId30"/>
    </p:embeddedFont>
    <p:embeddedFont>
      <p:font typeface="Univers for Metzler Light" panose="020B0403030202020203" pitchFamily="34" charset="0"/>
      <p:regular r:id="rId31"/>
      <p:bold r:id="rId32"/>
      <p:italic r:id="rId33"/>
      <p:boldItalic r:id="rId34"/>
    </p:embeddedFont>
    <p:embeddedFont>
      <p:font typeface="Wingdings 2" panose="05020102010507070707" pitchFamily="18" charset="2"/>
      <p:regular r:id="rId35"/>
    </p:embeddedFont>
    <p:embeddedFont>
      <p:font typeface="Wingdings 3" panose="05040102010807070707" pitchFamily="18" charset="2"/>
      <p:regular r:id="rId36"/>
    </p:embeddedFont>
  </p:embeddedFontLst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F2502B2-6607-41CA-BFA5-94452363B4A9}">
          <p14:sldIdLst>
            <p14:sldId id="3743"/>
            <p14:sldId id="3748"/>
            <p14:sldId id="3761"/>
            <p14:sldId id="3750"/>
            <p14:sldId id="3751"/>
            <p14:sldId id="3752"/>
            <p14:sldId id="3753"/>
            <p14:sldId id="3754"/>
            <p14:sldId id="3755"/>
            <p14:sldId id="3756"/>
            <p14:sldId id="3758"/>
            <p14:sldId id="3759"/>
            <p14:sldId id="3760"/>
            <p14:sldId id="3757"/>
            <p14:sldId id="3762"/>
            <p14:sldId id="3763"/>
            <p14:sldId id="3764"/>
            <p14:sldId id="3765"/>
            <p14:sldId id="3749"/>
          </p14:sldIdLst>
        </p14:section>
      </p14:sectionLst>
    </p:ext>
    <p:ext uri="{EFAFB233-063F-42B5-8137-9DF3F51BA10A}">
      <p15:sldGuideLst xmlns:p15="http://schemas.microsoft.com/office/powerpoint/2012/main">
        <p15:guide id="4" pos="3368">
          <p15:clr>
            <a:srgbClr val="A4A3A4"/>
          </p15:clr>
        </p15:guide>
        <p15:guide id="5" orient="horz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486F0D-A0AC-A0E6-E362-DAF84B510B00}" name="Gernot Brenzel" initials="GB" userId="S::Gernot.Brenzel@metzler.com::9ea47a5d-3cfc-4bd5-8d40-09bc33c5a3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BCF"/>
    <a:srgbClr val="D2E0DB"/>
    <a:srgbClr val="DFE5D4"/>
    <a:srgbClr val="F2F8F0"/>
    <a:srgbClr val="E5F2E2"/>
    <a:srgbClr val="E0E0DC"/>
    <a:srgbClr val="8FB1A4"/>
    <a:srgbClr val="F0EFED"/>
    <a:srgbClr val="B0BE9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32" autoAdjust="0"/>
    <p:restoredTop sz="96081" autoAdjust="0"/>
  </p:normalViewPr>
  <p:slideViewPr>
    <p:cSldViewPr snapToGrid="0" showGuides="1">
      <p:cViewPr varScale="1">
        <p:scale>
          <a:sx n="142" d="100"/>
          <a:sy n="142" d="100"/>
        </p:scale>
        <p:origin x="534" y="126"/>
      </p:cViewPr>
      <p:guideLst>
        <p:guide pos="3368"/>
        <p:guide orient="horz" pos="23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52"/>
    </p:cViewPr>
  </p:sorterViewPr>
  <p:notesViewPr>
    <p:cSldViewPr snapToGrid="0" showGuides="1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font" Target="fonts/font11.fntdata"/><Relationship Id="rId34" Type="http://schemas.openxmlformats.org/officeDocument/2006/relationships/font" Target="fonts/font12.fntdata"/><Relationship Id="rId35" Type="http://schemas.openxmlformats.org/officeDocument/2006/relationships/font" Target="fonts/font13.fntdata"/><Relationship Id="rId36" Type="http://schemas.openxmlformats.org/officeDocument/2006/relationships/font" Target="fonts/font14.fntdata"/><Relationship Id="rId37" Type="http://schemas.openxmlformats.org/officeDocument/2006/relationships/tags" Target="tags/tag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8/10/relationships/authors" Target="authors.xml"/><Relationship Id="rId43" Type="http://schemas.openxmlformats.org/officeDocument/2006/relationships/slide" Target="slides/slide20.xml"/><Relationship Id="rId44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509E128-BE36-EB5D-57FE-3E85C7902D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41401B-31C0-0332-EEF1-53BA7BD6CB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8EF93-7966-483B-8735-BC3699F220A1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C1B2C3-8338-BF37-8418-978C74D802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2C0207-4F5F-1B9B-1AA9-7EDC3B9F25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1F9EC-46C4-4ADA-B57E-772D4B7CDE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86256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8763" y="493713"/>
            <a:ext cx="6280150" cy="4441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5121444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B92E03C8-17CD-4EFC-B321-7D3AD2720B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715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Relationship Id="rId5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Relationship Id="rId5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1881152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0C01D3C0-BDB3-F15E-5841-D66AC033A359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8C0098FE-F300-F51E-51AC-1BF812C34A7E}"/>
              </a:ext>
            </a:extLst>
          </p:cNvPr>
          <p:cNvSpPr/>
          <p:nvPr userDrawn="1"/>
        </p:nvSpPr>
        <p:spPr>
          <a:xfrm>
            <a:off x="0" y="962963"/>
            <a:ext cx="7526159" cy="6598300"/>
          </a:xfrm>
          <a:custGeom>
            <a:avLst/>
            <a:gdLst>
              <a:gd name="csX0" fmla="*/ 1431165 w 7526159"/>
              <a:gd name="csY0" fmla="*/ 1964313 h 6598300"/>
              <a:gd name="csX1" fmla="*/ 1262210 w 7526159"/>
              <a:gd name="csY1" fmla="*/ 2165699 h 6598300"/>
              <a:gd name="csX2" fmla="*/ 1213741 w 7526159"/>
              <a:gd name="csY2" fmla="*/ 2238396 h 6598300"/>
              <a:gd name="csX3" fmla="*/ 1101107 w 7526159"/>
              <a:gd name="csY3" fmla="*/ 4323543 h 6598300"/>
              <a:gd name="csX4" fmla="*/ 1149234 w 7526159"/>
              <a:gd name="csY4" fmla="*/ 4412289 h 6598300"/>
              <a:gd name="csX5" fmla="*/ 1302146 w 7526159"/>
              <a:gd name="csY5" fmla="*/ 4637563 h 6598300"/>
              <a:gd name="csX6" fmla="*/ 1302488 w 7526159"/>
              <a:gd name="csY6" fmla="*/ 4637563 h 6598300"/>
              <a:gd name="csX7" fmla="*/ 1294293 w 7526159"/>
              <a:gd name="csY7" fmla="*/ 3598912 h 6598300"/>
              <a:gd name="csX8" fmla="*/ 2982952 w 7526159"/>
              <a:gd name="csY8" fmla="*/ 1517205 h 6598300"/>
              <a:gd name="csX9" fmla="*/ 2894203 w 7526159"/>
              <a:gd name="csY9" fmla="*/ 1517817 h 6598300"/>
              <a:gd name="csX10" fmla="*/ 2727169 w 7526159"/>
              <a:gd name="csY10" fmla="*/ 1577254 h 6598300"/>
              <a:gd name="csX11" fmla="*/ 2316560 w 7526159"/>
              <a:gd name="csY11" fmla="*/ 2326119 h 6598300"/>
              <a:gd name="csX12" fmla="*/ 2292321 w 7526159"/>
              <a:gd name="csY12" fmla="*/ 2495412 h 6598300"/>
              <a:gd name="csX13" fmla="*/ 2243853 w 7526159"/>
              <a:gd name="csY13" fmla="*/ 2849710 h 6598300"/>
              <a:gd name="csX14" fmla="*/ 2324409 w 7526159"/>
              <a:gd name="csY14" fmla="*/ 4951242 h 6598300"/>
              <a:gd name="csX15" fmla="*/ 2686891 w 7526159"/>
              <a:gd name="csY15" fmla="*/ 5740039 h 6598300"/>
              <a:gd name="csX16" fmla="*/ 2888267 w 7526159"/>
              <a:gd name="csY16" fmla="*/ 5997733 h 6598300"/>
              <a:gd name="csX17" fmla="*/ 2944593 w 7526159"/>
              <a:gd name="csY17" fmla="*/ 6038016 h 6598300"/>
              <a:gd name="csX18" fmla="*/ 3339154 w 7526159"/>
              <a:gd name="csY18" fmla="*/ 6263626 h 6598300"/>
              <a:gd name="csX19" fmla="*/ 3741573 w 7526159"/>
              <a:gd name="csY19" fmla="*/ 6328138 h 6598300"/>
              <a:gd name="csX20" fmla="*/ 3790042 w 7526159"/>
              <a:gd name="csY20" fmla="*/ 6328138 h 6598300"/>
              <a:gd name="csX21" fmla="*/ 4015656 w 7526159"/>
              <a:gd name="csY21" fmla="*/ 6312094 h 6598300"/>
              <a:gd name="csX22" fmla="*/ 5352274 w 7526159"/>
              <a:gd name="csY22" fmla="*/ 5547190 h 6598300"/>
              <a:gd name="csX23" fmla="*/ 5351932 w 7526159"/>
              <a:gd name="csY23" fmla="*/ 5546507 h 6598300"/>
              <a:gd name="csX24" fmla="*/ 5609635 w 7526159"/>
              <a:gd name="csY24" fmla="*/ 4507856 h 6598300"/>
              <a:gd name="csX25" fmla="*/ 5601440 w 7526159"/>
              <a:gd name="csY25" fmla="*/ 4387027 h 6598300"/>
              <a:gd name="csX26" fmla="*/ 5488805 w 7526159"/>
              <a:gd name="csY26" fmla="*/ 3855591 h 6598300"/>
              <a:gd name="csX27" fmla="*/ 5231108 w 7526159"/>
              <a:gd name="csY27" fmla="*/ 3292063 h 6598300"/>
              <a:gd name="csX28" fmla="*/ 4594880 w 7526159"/>
              <a:gd name="csY28" fmla="*/ 2511110 h 6598300"/>
              <a:gd name="csX29" fmla="*/ 4127949 w 7526159"/>
              <a:gd name="csY29" fmla="*/ 2108694 h 6598300"/>
              <a:gd name="csX30" fmla="*/ 3073267 w 7526159"/>
              <a:gd name="csY30" fmla="*/ 1536975 h 6598300"/>
              <a:gd name="csX31" fmla="*/ 2982952 w 7526159"/>
              <a:gd name="csY31" fmla="*/ 1517205 h 6598300"/>
              <a:gd name="csX32" fmla="*/ 4678449 w 7526159"/>
              <a:gd name="csY32" fmla="*/ 983032 h 6598300"/>
              <a:gd name="csX33" fmla="*/ 4329670 w 7526159"/>
              <a:gd name="csY33" fmla="*/ 1054003 h 6598300"/>
              <a:gd name="csX34" fmla="*/ 4176763 w 7526159"/>
              <a:gd name="csY34" fmla="*/ 1110321 h 6598300"/>
              <a:gd name="csX35" fmla="*/ 4313636 w 7526159"/>
              <a:gd name="csY35" fmla="*/ 1199067 h 6598300"/>
              <a:gd name="csX36" fmla="*/ 6342790 w 7526159"/>
              <a:gd name="csY36" fmla="*/ 3542258 h 6598300"/>
              <a:gd name="csX37" fmla="*/ 6439385 w 7526159"/>
              <a:gd name="csY37" fmla="*/ 3775717 h 6598300"/>
              <a:gd name="csX38" fmla="*/ 6495707 w 7526159"/>
              <a:gd name="csY38" fmla="*/ 3526214 h 6598300"/>
              <a:gd name="csX39" fmla="*/ 6495707 w 7526159"/>
              <a:gd name="csY39" fmla="*/ 3525868 h 6598300"/>
              <a:gd name="csX40" fmla="*/ 5320196 w 7526159"/>
              <a:gd name="csY40" fmla="*/ 1158789 h 6598300"/>
              <a:gd name="csX41" fmla="*/ 4800744 w 7526159"/>
              <a:gd name="csY41" fmla="*/ 988511 h 6598300"/>
              <a:gd name="csX42" fmla="*/ 4678449 w 7526159"/>
              <a:gd name="csY42" fmla="*/ 983032 h 6598300"/>
              <a:gd name="csX43" fmla="*/ 4595226 w 7526159"/>
              <a:gd name="csY43" fmla="*/ 0 h 6598300"/>
              <a:gd name="csX44" fmla="*/ 5633864 w 7526159"/>
              <a:gd name="csY44" fmla="*/ 233459 h 6598300"/>
              <a:gd name="csX45" fmla="*/ 5633864 w 7526159"/>
              <a:gd name="csY45" fmla="*/ 233801 h 6598300"/>
              <a:gd name="csX46" fmla="*/ 7526159 w 7526159"/>
              <a:gd name="csY46" fmla="*/ 3043920 h 6598300"/>
              <a:gd name="csX47" fmla="*/ 6342453 w 7526159"/>
              <a:gd name="csY47" fmla="*/ 5837654 h 6598300"/>
              <a:gd name="csX48" fmla="*/ 5853119 w 7526159"/>
              <a:gd name="csY48" fmla="*/ 6583751 h 6598300"/>
              <a:gd name="csX49" fmla="*/ 5840029 w 7526159"/>
              <a:gd name="csY49" fmla="*/ 6598300 h 6598300"/>
              <a:gd name="csX50" fmla="*/ 1984766 w 7526159"/>
              <a:gd name="csY50" fmla="*/ 6598300 h 6598300"/>
              <a:gd name="csX51" fmla="*/ 1946219 w 7526159"/>
              <a:gd name="csY51" fmla="*/ 6570134 h 6598300"/>
              <a:gd name="csX52" fmla="*/ 166908 w 7526159"/>
              <a:gd name="csY52" fmla="*/ 4686032 h 6598300"/>
              <a:gd name="csX53" fmla="*/ 61934 w 7526159"/>
              <a:gd name="csY53" fmla="*/ 4472386 h 6598300"/>
              <a:gd name="csX54" fmla="*/ 0 w 7526159"/>
              <a:gd name="csY54" fmla="*/ 4314088 h 6598300"/>
              <a:gd name="csX55" fmla="*/ 0 w 7526159"/>
              <a:gd name="csY55" fmla="*/ 2399386 h 6598300"/>
              <a:gd name="csX56" fmla="*/ 3651 w 7526159"/>
              <a:gd name="csY56" fmla="*/ 2386915 h 6598300"/>
              <a:gd name="csX57" fmla="*/ 311625 w 7526159"/>
              <a:gd name="csY57" fmla="*/ 1763278 h 6598300"/>
              <a:gd name="csX58" fmla="*/ 2614530 w 7526159"/>
              <a:gd name="csY58" fmla="*/ 491162 h 6598300"/>
              <a:gd name="csX59" fmla="*/ 2638760 w 7526159"/>
              <a:gd name="csY59" fmla="*/ 491162 h 6598300"/>
              <a:gd name="csX60" fmla="*/ 2662999 w 7526159"/>
              <a:gd name="csY60" fmla="*/ 475118 h 6598300"/>
              <a:gd name="csX61" fmla="*/ 4458353 w 7526159"/>
              <a:gd name="csY61" fmla="*/ 8186 h 6598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7526159" h="6598300">
                <a:moveTo>
                  <a:pt x="1431165" y="1964313"/>
                </a:moveTo>
                <a:lnTo>
                  <a:pt x="1262210" y="2165699"/>
                </a:lnTo>
                <a:cubicBezTo>
                  <a:pt x="1245824" y="2189928"/>
                  <a:pt x="1229785" y="2214162"/>
                  <a:pt x="1213741" y="2238396"/>
                </a:cubicBezTo>
                <a:cubicBezTo>
                  <a:pt x="778893" y="2850047"/>
                  <a:pt x="730771" y="3671273"/>
                  <a:pt x="1101107" y="4323543"/>
                </a:cubicBezTo>
                <a:cubicBezTo>
                  <a:pt x="1117146" y="4355967"/>
                  <a:pt x="1133190" y="4379860"/>
                  <a:pt x="1149234" y="4412289"/>
                </a:cubicBezTo>
                <a:lnTo>
                  <a:pt x="1302146" y="4637563"/>
                </a:lnTo>
                <a:lnTo>
                  <a:pt x="1302488" y="4637563"/>
                </a:lnTo>
                <a:lnTo>
                  <a:pt x="1294293" y="3598912"/>
                </a:lnTo>
                <a:close/>
                <a:moveTo>
                  <a:pt x="2982952" y="1517205"/>
                </a:moveTo>
                <a:cubicBezTo>
                  <a:pt x="2953029" y="1514053"/>
                  <a:pt x="2923366" y="1514299"/>
                  <a:pt x="2894203" y="1517817"/>
                </a:cubicBezTo>
                <a:cubicBezTo>
                  <a:pt x="2835881" y="1524858"/>
                  <a:pt x="2779560" y="1544997"/>
                  <a:pt x="2727169" y="1577254"/>
                </a:cubicBezTo>
                <a:cubicBezTo>
                  <a:pt x="2493701" y="1722317"/>
                  <a:pt x="2356833" y="2068416"/>
                  <a:pt x="2316560" y="2326119"/>
                </a:cubicBezTo>
                <a:lnTo>
                  <a:pt x="2292321" y="2495412"/>
                </a:lnTo>
                <a:cubicBezTo>
                  <a:pt x="2284126" y="2616241"/>
                  <a:pt x="2268082" y="2737071"/>
                  <a:pt x="2243853" y="2849710"/>
                </a:cubicBezTo>
                <a:cubicBezTo>
                  <a:pt x="2098795" y="3670932"/>
                  <a:pt x="2123024" y="4355285"/>
                  <a:pt x="2324409" y="4951242"/>
                </a:cubicBezTo>
                <a:cubicBezTo>
                  <a:pt x="2404955" y="5176511"/>
                  <a:pt x="2582106" y="5538659"/>
                  <a:pt x="2686891" y="5740039"/>
                </a:cubicBezTo>
                <a:cubicBezTo>
                  <a:pt x="2735359" y="5836630"/>
                  <a:pt x="2807720" y="5925376"/>
                  <a:pt x="2888267" y="5997733"/>
                </a:cubicBezTo>
                <a:lnTo>
                  <a:pt x="2944593" y="6038016"/>
                </a:lnTo>
                <a:cubicBezTo>
                  <a:pt x="3065418" y="6142801"/>
                  <a:pt x="3194096" y="6215499"/>
                  <a:pt x="3339154" y="6263626"/>
                </a:cubicBezTo>
                <a:cubicBezTo>
                  <a:pt x="3467832" y="6303904"/>
                  <a:pt x="3604705" y="6328138"/>
                  <a:pt x="3741573" y="6328138"/>
                </a:cubicBezTo>
                <a:lnTo>
                  <a:pt x="3790042" y="6328138"/>
                </a:lnTo>
                <a:cubicBezTo>
                  <a:pt x="3862743" y="6320289"/>
                  <a:pt x="3943295" y="6320289"/>
                  <a:pt x="4015656" y="6312094"/>
                </a:cubicBezTo>
                <a:cubicBezTo>
                  <a:pt x="4506821" y="6280011"/>
                  <a:pt x="5006172" y="5990230"/>
                  <a:pt x="5352274" y="5547190"/>
                </a:cubicBezTo>
                <a:lnTo>
                  <a:pt x="5351932" y="5546507"/>
                </a:lnTo>
                <a:cubicBezTo>
                  <a:pt x="5577547" y="5272761"/>
                  <a:pt x="5657761" y="4918472"/>
                  <a:pt x="5609635" y="4507856"/>
                </a:cubicBezTo>
                <a:cubicBezTo>
                  <a:pt x="5609635" y="4467583"/>
                  <a:pt x="5601440" y="4427310"/>
                  <a:pt x="5601440" y="4387027"/>
                </a:cubicBezTo>
                <a:cubicBezTo>
                  <a:pt x="5585401" y="4233778"/>
                  <a:pt x="5577547" y="4089055"/>
                  <a:pt x="5488805" y="3855591"/>
                </a:cubicBezTo>
                <a:cubicBezTo>
                  <a:pt x="5408254" y="3646356"/>
                  <a:pt x="5327698" y="3461019"/>
                  <a:pt x="5231108" y="3292063"/>
                </a:cubicBezTo>
                <a:cubicBezTo>
                  <a:pt x="5069996" y="3002282"/>
                  <a:pt x="4852577" y="2736729"/>
                  <a:pt x="4594880" y="2511110"/>
                </a:cubicBezTo>
                <a:lnTo>
                  <a:pt x="4127949" y="2108694"/>
                </a:lnTo>
                <a:cubicBezTo>
                  <a:pt x="3846358" y="1867040"/>
                  <a:pt x="3508115" y="1682039"/>
                  <a:pt x="3073267" y="1536975"/>
                </a:cubicBezTo>
                <a:cubicBezTo>
                  <a:pt x="3043061" y="1526906"/>
                  <a:pt x="3012876" y="1520357"/>
                  <a:pt x="2982952" y="1517205"/>
                </a:cubicBezTo>
                <a:close/>
                <a:moveTo>
                  <a:pt x="4678449" y="983032"/>
                </a:moveTo>
                <a:cubicBezTo>
                  <a:pt x="4557665" y="984887"/>
                  <a:pt x="4441413" y="1008694"/>
                  <a:pt x="4329670" y="1054003"/>
                </a:cubicBezTo>
                <a:lnTo>
                  <a:pt x="4176763" y="1110321"/>
                </a:lnTo>
                <a:lnTo>
                  <a:pt x="4313636" y="1199067"/>
                </a:lnTo>
                <a:cubicBezTo>
                  <a:pt x="5255684" y="1770785"/>
                  <a:pt x="5940034" y="2559924"/>
                  <a:pt x="6342790" y="3542258"/>
                </a:cubicBezTo>
                <a:lnTo>
                  <a:pt x="6439385" y="3775717"/>
                </a:lnTo>
                <a:lnTo>
                  <a:pt x="6495707" y="3526214"/>
                </a:lnTo>
                <a:lnTo>
                  <a:pt x="6495707" y="3525868"/>
                </a:lnTo>
                <a:cubicBezTo>
                  <a:pt x="6697087" y="2575968"/>
                  <a:pt x="6230160" y="1626058"/>
                  <a:pt x="5320196" y="1158789"/>
                </a:cubicBezTo>
                <a:cubicBezTo>
                  <a:pt x="5138950" y="1062025"/>
                  <a:pt x="4965812" y="1005622"/>
                  <a:pt x="4800744" y="988511"/>
                </a:cubicBezTo>
                <a:cubicBezTo>
                  <a:pt x="4759475" y="984234"/>
                  <a:pt x="4718710" y="982413"/>
                  <a:pt x="4678449" y="983032"/>
                </a:cubicBezTo>
                <a:close/>
                <a:moveTo>
                  <a:pt x="4595226" y="0"/>
                </a:moveTo>
                <a:cubicBezTo>
                  <a:pt x="4957367" y="32078"/>
                  <a:pt x="5303806" y="72352"/>
                  <a:pt x="5633864" y="233459"/>
                </a:cubicBezTo>
                <a:lnTo>
                  <a:pt x="5633864" y="233801"/>
                </a:lnTo>
                <a:cubicBezTo>
                  <a:pt x="6729175" y="749202"/>
                  <a:pt x="7453798" y="1836317"/>
                  <a:pt x="7526159" y="3043920"/>
                </a:cubicBezTo>
                <a:cubicBezTo>
                  <a:pt x="7413179" y="4082571"/>
                  <a:pt x="7018614" y="5016432"/>
                  <a:pt x="6342453" y="5837654"/>
                </a:cubicBezTo>
                <a:cubicBezTo>
                  <a:pt x="6215652" y="6095268"/>
                  <a:pt x="6050111" y="6350386"/>
                  <a:pt x="5853119" y="6583751"/>
                </a:cubicBezTo>
                <a:lnTo>
                  <a:pt x="5840029" y="6598300"/>
                </a:lnTo>
                <a:lnTo>
                  <a:pt x="1984766" y="6598300"/>
                </a:lnTo>
                <a:lnTo>
                  <a:pt x="1946219" y="6570134"/>
                </a:lnTo>
                <a:cubicBezTo>
                  <a:pt x="1149234" y="6046888"/>
                  <a:pt x="569664" y="5426702"/>
                  <a:pt x="166908" y="4686032"/>
                </a:cubicBezTo>
                <a:cubicBezTo>
                  <a:pt x="128637" y="4615548"/>
                  <a:pt x="93640" y="4544318"/>
                  <a:pt x="61934" y="4472386"/>
                </a:cubicBezTo>
                <a:lnTo>
                  <a:pt x="0" y="4314088"/>
                </a:lnTo>
                <a:lnTo>
                  <a:pt x="0" y="2399386"/>
                </a:lnTo>
                <a:lnTo>
                  <a:pt x="3651" y="2386915"/>
                </a:lnTo>
                <a:cubicBezTo>
                  <a:pt x="81421" y="2144435"/>
                  <a:pt x="180857" y="1944388"/>
                  <a:pt x="311625" y="1763278"/>
                </a:cubicBezTo>
                <a:cubicBezTo>
                  <a:pt x="843069" y="1038642"/>
                  <a:pt x="1680673" y="571709"/>
                  <a:pt x="2614530" y="491162"/>
                </a:cubicBezTo>
                <a:lnTo>
                  <a:pt x="2638760" y="491162"/>
                </a:lnTo>
                <a:lnTo>
                  <a:pt x="2662999" y="475118"/>
                </a:lnTo>
                <a:cubicBezTo>
                  <a:pt x="3121735" y="56317"/>
                  <a:pt x="3830314" y="32425"/>
                  <a:pt x="4458353" y="818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980" y="2464380"/>
            <a:ext cx="7561440" cy="2632501"/>
          </a:xfrm>
        </p:spPr>
        <p:txBody>
          <a:bodyPr vert="horz" rIns="0" anchor="ctr"/>
          <a:lstStyle>
            <a:lvl1pPr algn="ctr" rtl="0">
              <a:lnSpc>
                <a:spcPct val="100000"/>
              </a:lnSpc>
              <a:defRPr sz="3600" spc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980" y="5620870"/>
            <a:ext cx="7561440" cy="1040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F6236F3-A4E4-15FB-B0C3-E2DDF2CD68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374967" y="141825"/>
            <a:ext cx="2184370" cy="132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48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7986143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0C01D3C0-BDB3-F15E-5841-D66AC033A359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8C0098FE-F300-F51E-51AC-1BF812C34A7E}"/>
              </a:ext>
            </a:extLst>
          </p:cNvPr>
          <p:cNvSpPr/>
          <p:nvPr userDrawn="1"/>
        </p:nvSpPr>
        <p:spPr>
          <a:xfrm>
            <a:off x="0" y="962963"/>
            <a:ext cx="7526159" cy="6598300"/>
          </a:xfrm>
          <a:custGeom>
            <a:avLst/>
            <a:gdLst>
              <a:gd name="csX0" fmla="*/ 1431165 w 7526159"/>
              <a:gd name="csY0" fmla="*/ 1964313 h 6598300"/>
              <a:gd name="csX1" fmla="*/ 1262210 w 7526159"/>
              <a:gd name="csY1" fmla="*/ 2165699 h 6598300"/>
              <a:gd name="csX2" fmla="*/ 1213741 w 7526159"/>
              <a:gd name="csY2" fmla="*/ 2238396 h 6598300"/>
              <a:gd name="csX3" fmla="*/ 1101107 w 7526159"/>
              <a:gd name="csY3" fmla="*/ 4323543 h 6598300"/>
              <a:gd name="csX4" fmla="*/ 1149234 w 7526159"/>
              <a:gd name="csY4" fmla="*/ 4412289 h 6598300"/>
              <a:gd name="csX5" fmla="*/ 1302146 w 7526159"/>
              <a:gd name="csY5" fmla="*/ 4637563 h 6598300"/>
              <a:gd name="csX6" fmla="*/ 1302488 w 7526159"/>
              <a:gd name="csY6" fmla="*/ 4637563 h 6598300"/>
              <a:gd name="csX7" fmla="*/ 1294293 w 7526159"/>
              <a:gd name="csY7" fmla="*/ 3598912 h 6598300"/>
              <a:gd name="csX8" fmla="*/ 2982952 w 7526159"/>
              <a:gd name="csY8" fmla="*/ 1517205 h 6598300"/>
              <a:gd name="csX9" fmla="*/ 2894203 w 7526159"/>
              <a:gd name="csY9" fmla="*/ 1517817 h 6598300"/>
              <a:gd name="csX10" fmla="*/ 2727169 w 7526159"/>
              <a:gd name="csY10" fmla="*/ 1577254 h 6598300"/>
              <a:gd name="csX11" fmla="*/ 2316560 w 7526159"/>
              <a:gd name="csY11" fmla="*/ 2326119 h 6598300"/>
              <a:gd name="csX12" fmla="*/ 2292321 w 7526159"/>
              <a:gd name="csY12" fmla="*/ 2495412 h 6598300"/>
              <a:gd name="csX13" fmla="*/ 2243853 w 7526159"/>
              <a:gd name="csY13" fmla="*/ 2849710 h 6598300"/>
              <a:gd name="csX14" fmla="*/ 2324409 w 7526159"/>
              <a:gd name="csY14" fmla="*/ 4951242 h 6598300"/>
              <a:gd name="csX15" fmla="*/ 2686891 w 7526159"/>
              <a:gd name="csY15" fmla="*/ 5740039 h 6598300"/>
              <a:gd name="csX16" fmla="*/ 2888267 w 7526159"/>
              <a:gd name="csY16" fmla="*/ 5997733 h 6598300"/>
              <a:gd name="csX17" fmla="*/ 2944593 w 7526159"/>
              <a:gd name="csY17" fmla="*/ 6038016 h 6598300"/>
              <a:gd name="csX18" fmla="*/ 3339154 w 7526159"/>
              <a:gd name="csY18" fmla="*/ 6263626 h 6598300"/>
              <a:gd name="csX19" fmla="*/ 3741573 w 7526159"/>
              <a:gd name="csY19" fmla="*/ 6328138 h 6598300"/>
              <a:gd name="csX20" fmla="*/ 3790042 w 7526159"/>
              <a:gd name="csY20" fmla="*/ 6328138 h 6598300"/>
              <a:gd name="csX21" fmla="*/ 4015656 w 7526159"/>
              <a:gd name="csY21" fmla="*/ 6312094 h 6598300"/>
              <a:gd name="csX22" fmla="*/ 5352274 w 7526159"/>
              <a:gd name="csY22" fmla="*/ 5547190 h 6598300"/>
              <a:gd name="csX23" fmla="*/ 5351932 w 7526159"/>
              <a:gd name="csY23" fmla="*/ 5546507 h 6598300"/>
              <a:gd name="csX24" fmla="*/ 5609635 w 7526159"/>
              <a:gd name="csY24" fmla="*/ 4507856 h 6598300"/>
              <a:gd name="csX25" fmla="*/ 5601440 w 7526159"/>
              <a:gd name="csY25" fmla="*/ 4387027 h 6598300"/>
              <a:gd name="csX26" fmla="*/ 5488805 w 7526159"/>
              <a:gd name="csY26" fmla="*/ 3855591 h 6598300"/>
              <a:gd name="csX27" fmla="*/ 5231108 w 7526159"/>
              <a:gd name="csY27" fmla="*/ 3292063 h 6598300"/>
              <a:gd name="csX28" fmla="*/ 4594880 w 7526159"/>
              <a:gd name="csY28" fmla="*/ 2511110 h 6598300"/>
              <a:gd name="csX29" fmla="*/ 4127949 w 7526159"/>
              <a:gd name="csY29" fmla="*/ 2108694 h 6598300"/>
              <a:gd name="csX30" fmla="*/ 3073267 w 7526159"/>
              <a:gd name="csY30" fmla="*/ 1536975 h 6598300"/>
              <a:gd name="csX31" fmla="*/ 2982952 w 7526159"/>
              <a:gd name="csY31" fmla="*/ 1517205 h 6598300"/>
              <a:gd name="csX32" fmla="*/ 4678449 w 7526159"/>
              <a:gd name="csY32" fmla="*/ 983032 h 6598300"/>
              <a:gd name="csX33" fmla="*/ 4329670 w 7526159"/>
              <a:gd name="csY33" fmla="*/ 1054003 h 6598300"/>
              <a:gd name="csX34" fmla="*/ 4176763 w 7526159"/>
              <a:gd name="csY34" fmla="*/ 1110321 h 6598300"/>
              <a:gd name="csX35" fmla="*/ 4313636 w 7526159"/>
              <a:gd name="csY35" fmla="*/ 1199067 h 6598300"/>
              <a:gd name="csX36" fmla="*/ 6342790 w 7526159"/>
              <a:gd name="csY36" fmla="*/ 3542258 h 6598300"/>
              <a:gd name="csX37" fmla="*/ 6439385 w 7526159"/>
              <a:gd name="csY37" fmla="*/ 3775717 h 6598300"/>
              <a:gd name="csX38" fmla="*/ 6495707 w 7526159"/>
              <a:gd name="csY38" fmla="*/ 3526214 h 6598300"/>
              <a:gd name="csX39" fmla="*/ 6495707 w 7526159"/>
              <a:gd name="csY39" fmla="*/ 3525868 h 6598300"/>
              <a:gd name="csX40" fmla="*/ 5320196 w 7526159"/>
              <a:gd name="csY40" fmla="*/ 1158789 h 6598300"/>
              <a:gd name="csX41" fmla="*/ 4800744 w 7526159"/>
              <a:gd name="csY41" fmla="*/ 988511 h 6598300"/>
              <a:gd name="csX42" fmla="*/ 4678449 w 7526159"/>
              <a:gd name="csY42" fmla="*/ 983032 h 6598300"/>
              <a:gd name="csX43" fmla="*/ 4595226 w 7526159"/>
              <a:gd name="csY43" fmla="*/ 0 h 6598300"/>
              <a:gd name="csX44" fmla="*/ 5633864 w 7526159"/>
              <a:gd name="csY44" fmla="*/ 233459 h 6598300"/>
              <a:gd name="csX45" fmla="*/ 5633864 w 7526159"/>
              <a:gd name="csY45" fmla="*/ 233801 h 6598300"/>
              <a:gd name="csX46" fmla="*/ 7526159 w 7526159"/>
              <a:gd name="csY46" fmla="*/ 3043920 h 6598300"/>
              <a:gd name="csX47" fmla="*/ 6342453 w 7526159"/>
              <a:gd name="csY47" fmla="*/ 5837654 h 6598300"/>
              <a:gd name="csX48" fmla="*/ 5853119 w 7526159"/>
              <a:gd name="csY48" fmla="*/ 6583751 h 6598300"/>
              <a:gd name="csX49" fmla="*/ 5840029 w 7526159"/>
              <a:gd name="csY49" fmla="*/ 6598300 h 6598300"/>
              <a:gd name="csX50" fmla="*/ 1984766 w 7526159"/>
              <a:gd name="csY50" fmla="*/ 6598300 h 6598300"/>
              <a:gd name="csX51" fmla="*/ 1946219 w 7526159"/>
              <a:gd name="csY51" fmla="*/ 6570134 h 6598300"/>
              <a:gd name="csX52" fmla="*/ 166908 w 7526159"/>
              <a:gd name="csY52" fmla="*/ 4686032 h 6598300"/>
              <a:gd name="csX53" fmla="*/ 61934 w 7526159"/>
              <a:gd name="csY53" fmla="*/ 4472386 h 6598300"/>
              <a:gd name="csX54" fmla="*/ 0 w 7526159"/>
              <a:gd name="csY54" fmla="*/ 4314088 h 6598300"/>
              <a:gd name="csX55" fmla="*/ 0 w 7526159"/>
              <a:gd name="csY55" fmla="*/ 2399386 h 6598300"/>
              <a:gd name="csX56" fmla="*/ 3651 w 7526159"/>
              <a:gd name="csY56" fmla="*/ 2386915 h 6598300"/>
              <a:gd name="csX57" fmla="*/ 311625 w 7526159"/>
              <a:gd name="csY57" fmla="*/ 1763278 h 6598300"/>
              <a:gd name="csX58" fmla="*/ 2614530 w 7526159"/>
              <a:gd name="csY58" fmla="*/ 491162 h 6598300"/>
              <a:gd name="csX59" fmla="*/ 2638760 w 7526159"/>
              <a:gd name="csY59" fmla="*/ 491162 h 6598300"/>
              <a:gd name="csX60" fmla="*/ 2662999 w 7526159"/>
              <a:gd name="csY60" fmla="*/ 475118 h 6598300"/>
              <a:gd name="csX61" fmla="*/ 4458353 w 7526159"/>
              <a:gd name="csY61" fmla="*/ 8186 h 6598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7526159" h="6598300">
                <a:moveTo>
                  <a:pt x="1431165" y="1964313"/>
                </a:moveTo>
                <a:lnTo>
                  <a:pt x="1262210" y="2165699"/>
                </a:lnTo>
                <a:cubicBezTo>
                  <a:pt x="1245824" y="2189928"/>
                  <a:pt x="1229785" y="2214162"/>
                  <a:pt x="1213741" y="2238396"/>
                </a:cubicBezTo>
                <a:cubicBezTo>
                  <a:pt x="778893" y="2850047"/>
                  <a:pt x="730771" y="3671273"/>
                  <a:pt x="1101107" y="4323543"/>
                </a:cubicBezTo>
                <a:cubicBezTo>
                  <a:pt x="1117146" y="4355967"/>
                  <a:pt x="1133190" y="4379860"/>
                  <a:pt x="1149234" y="4412289"/>
                </a:cubicBezTo>
                <a:lnTo>
                  <a:pt x="1302146" y="4637563"/>
                </a:lnTo>
                <a:lnTo>
                  <a:pt x="1302488" y="4637563"/>
                </a:lnTo>
                <a:lnTo>
                  <a:pt x="1294293" y="3598912"/>
                </a:lnTo>
                <a:close/>
                <a:moveTo>
                  <a:pt x="2982952" y="1517205"/>
                </a:moveTo>
                <a:cubicBezTo>
                  <a:pt x="2953029" y="1514053"/>
                  <a:pt x="2923366" y="1514299"/>
                  <a:pt x="2894203" y="1517817"/>
                </a:cubicBezTo>
                <a:cubicBezTo>
                  <a:pt x="2835881" y="1524858"/>
                  <a:pt x="2779560" y="1544997"/>
                  <a:pt x="2727169" y="1577254"/>
                </a:cubicBezTo>
                <a:cubicBezTo>
                  <a:pt x="2493701" y="1722317"/>
                  <a:pt x="2356833" y="2068416"/>
                  <a:pt x="2316560" y="2326119"/>
                </a:cubicBezTo>
                <a:lnTo>
                  <a:pt x="2292321" y="2495412"/>
                </a:lnTo>
                <a:cubicBezTo>
                  <a:pt x="2284126" y="2616241"/>
                  <a:pt x="2268082" y="2737071"/>
                  <a:pt x="2243853" y="2849710"/>
                </a:cubicBezTo>
                <a:cubicBezTo>
                  <a:pt x="2098795" y="3670932"/>
                  <a:pt x="2123024" y="4355285"/>
                  <a:pt x="2324409" y="4951242"/>
                </a:cubicBezTo>
                <a:cubicBezTo>
                  <a:pt x="2404955" y="5176511"/>
                  <a:pt x="2582106" y="5538659"/>
                  <a:pt x="2686891" y="5740039"/>
                </a:cubicBezTo>
                <a:cubicBezTo>
                  <a:pt x="2735359" y="5836630"/>
                  <a:pt x="2807720" y="5925376"/>
                  <a:pt x="2888267" y="5997733"/>
                </a:cubicBezTo>
                <a:lnTo>
                  <a:pt x="2944593" y="6038016"/>
                </a:lnTo>
                <a:cubicBezTo>
                  <a:pt x="3065418" y="6142801"/>
                  <a:pt x="3194096" y="6215499"/>
                  <a:pt x="3339154" y="6263626"/>
                </a:cubicBezTo>
                <a:cubicBezTo>
                  <a:pt x="3467832" y="6303904"/>
                  <a:pt x="3604705" y="6328138"/>
                  <a:pt x="3741573" y="6328138"/>
                </a:cubicBezTo>
                <a:lnTo>
                  <a:pt x="3790042" y="6328138"/>
                </a:lnTo>
                <a:cubicBezTo>
                  <a:pt x="3862743" y="6320289"/>
                  <a:pt x="3943295" y="6320289"/>
                  <a:pt x="4015656" y="6312094"/>
                </a:cubicBezTo>
                <a:cubicBezTo>
                  <a:pt x="4506821" y="6280011"/>
                  <a:pt x="5006172" y="5990230"/>
                  <a:pt x="5352274" y="5547190"/>
                </a:cubicBezTo>
                <a:lnTo>
                  <a:pt x="5351932" y="5546507"/>
                </a:lnTo>
                <a:cubicBezTo>
                  <a:pt x="5577547" y="5272761"/>
                  <a:pt x="5657761" y="4918472"/>
                  <a:pt x="5609635" y="4507856"/>
                </a:cubicBezTo>
                <a:cubicBezTo>
                  <a:pt x="5609635" y="4467583"/>
                  <a:pt x="5601440" y="4427310"/>
                  <a:pt x="5601440" y="4387027"/>
                </a:cubicBezTo>
                <a:cubicBezTo>
                  <a:pt x="5585401" y="4233778"/>
                  <a:pt x="5577547" y="4089055"/>
                  <a:pt x="5488805" y="3855591"/>
                </a:cubicBezTo>
                <a:cubicBezTo>
                  <a:pt x="5408254" y="3646356"/>
                  <a:pt x="5327698" y="3461019"/>
                  <a:pt x="5231108" y="3292063"/>
                </a:cubicBezTo>
                <a:cubicBezTo>
                  <a:pt x="5069996" y="3002282"/>
                  <a:pt x="4852577" y="2736729"/>
                  <a:pt x="4594880" y="2511110"/>
                </a:cubicBezTo>
                <a:lnTo>
                  <a:pt x="4127949" y="2108694"/>
                </a:lnTo>
                <a:cubicBezTo>
                  <a:pt x="3846358" y="1867040"/>
                  <a:pt x="3508115" y="1682039"/>
                  <a:pt x="3073267" y="1536975"/>
                </a:cubicBezTo>
                <a:cubicBezTo>
                  <a:pt x="3043061" y="1526906"/>
                  <a:pt x="3012876" y="1520357"/>
                  <a:pt x="2982952" y="1517205"/>
                </a:cubicBezTo>
                <a:close/>
                <a:moveTo>
                  <a:pt x="4678449" y="983032"/>
                </a:moveTo>
                <a:cubicBezTo>
                  <a:pt x="4557665" y="984887"/>
                  <a:pt x="4441413" y="1008694"/>
                  <a:pt x="4329670" y="1054003"/>
                </a:cubicBezTo>
                <a:lnTo>
                  <a:pt x="4176763" y="1110321"/>
                </a:lnTo>
                <a:lnTo>
                  <a:pt x="4313636" y="1199067"/>
                </a:lnTo>
                <a:cubicBezTo>
                  <a:pt x="5255684" y="1770785"/>
                  <a:pt x="5940034" y="2559924"/>
                  <a:pt x="6342790" y="3542258"/>
                </a:cubicBezTo>
                <a:lnTo>
                  <a:pt x="6439385" y="3775717"/>
                </a:lnTo>
                <a:lnTo>
                  <a:pt x="6495707" y="3526214"/>
                </a:lnTo>
                <a:lnTo>
                  <a:pt x="6495707" y="3525868"/>
                </a:lnTo>
                <a:cubicBezTo>
                  <a:pt x="6697087" y="2575968"/>
                  <a:pt x="6230160" y="1626058"/>
                  <a:pt x="5320196" y="1158789"/>
                </a:cubicBezTo>
                <a:cubicBezTo>
                  <a:pt x="5138950" y="1062025"/>
                  <a:pt x="4965812" y="1005622"/>
                  <a:pt x="4800744" y="988511"/>
                </a:cubicBezTo>
                <a:cubicBezTo>
                  <a:pt x="4759475" y="984234"/>
                  <a:pt x="4718710" y="982413"/>
                  <a:pt x="4678449" y="983032"/>
                </a:cubicBezTo>
                <a:close/>
                <a:moveTo>
                  <a:pt x="4595226" y="0"/>
                </a:moveTo>
                <a:cubicBezTo>
                  <a:pt x="4957367" y="32078"/>
                  <a:pt x="5303806" y="72352"/>
                  <a:pt x="5633864" y="233459"/>
                </a:cubicBezTo>
                <a:lnTo>
                  <a:pt x="5633864" y="233801"/>
                </a:lnTo>
                <a:cubicBezTo>
                  <a:pt x="6729175" y="749202"/>
                  <a:pt x="7453798" y="1836317"/>
                  <a:pt x="7526159" y="3043920"/>
                </a:cubicBezTo>
                <a:cubicBezTo>
                  <a:pt x="7413179" y="4082571"/>
                  <a:pt x="7018614" y="5016432"/>
                  <a:pt x="6342453" y="5837654"/>
                </a:cubicBezTo>
                <a:cubicBezTo>
                  <a:pt x="6215652" y="6095268"/>
                  <a:pt x="6050111" y="6350386"/>
                  <a:pt x="5853119" y="6583751"/>
                </a:cubicBezTo>
                <a:lnTo>
                  <a:pt x="5840029" y="6598300"/>
                </a:lnTo>
                <a:lnTo>
                  <a:pt x="1984766" y="6598300"/>
                </a:lnTo>
                <a:lnTo>
                  <a:pt x="1946219" y="6570134"/>
                </a:lnTo>
                <a:cubicBezTo>
                  <a:pt x="1149234" y="6046888"/>
                  <a:pt x="569664" y="5426702"/>
                  <a:pt x="166908" y="4686032"/>
                </a:cubicBezTo>
                <a:cubicBezTo>
                  <a:pt x="128637" y="4615548"/>
                  <a:pt x="93640" y="4544318"/>
                  <a:pt x="61934" y="4472386"/>
                </a:cubicBezTo>
                <a:lnTo>
                  <a:pt x="0" y="4314088"/>
                </a:lnTo>
                <a:lnTo>
                  <a:pt x="0" y="2399386"/>
                </a:lnTo>
                <a:lnTo>
                  <a:pt x="3651" y="2386915"/>
                </a:lnTo>
                <a:cubicBezTo>
                  <a:pt x="81421" y="2144435"/>
                  <a:pt x="180857" y="1944388"/>
                  <a:pt x="311625" y="1763278"/>
                </a:cubicBezTo>
                <a:cubicBezTo>
                  <a:pt x="843069" y="1038642"/>
                  <a:pt x="1680673" y="571709"/>
                  <a:pt x="2614530" y="491162"/>
                </a:cubicBezTo>
                <a:lnTo>
                  <a:pt x="2638760" y="491162"/>
                </a:lnTo>
                <a:lnTo>
                  <a:pt x="2662999" y="475118"/>
                </a:lnTo>
                <a:cubicBezTo>
                  <a:pt x="3121735" y="56317"/>
                  <a:pt x="3830314" y="32425"/>
                  <a:pt x="4458353" y="8186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980" y="2464380"/>
            <a:ext cx="7561440" cy="2632501"/>
          </a:xfrm>
        </p:spPr>
        <p:txBody>
          <a:bodyPr vert="horz" rIns="0" anchor="ctr"/>
          <a:lstStyle>
            <a:lvl1pPr algn="ctr" rtl="0">
              <a:lnSpc>
                <a:spcPct val="100000"/>
              </a:lnSpc>
              <a:defRPr sz="36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980" y="5620870"/>
            <a:ext cx="7561440" cy="1040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03B0E50-8649-152A-474D-3123738B87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7" y="141825"/>
            <a:ext cx="2184371" cy="132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87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6058495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FDE2EEE-60B5-127D-FCAB-1DB577ED25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693400" cy="7561263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5980" y="2464380"/>
            <a:ext cx="7561440" cy="2632501"/>
          </a:xfrm>
        </p:spPr>
        <p:txBody>
          <a:bodyPr vert="horz" rIns="0" anchor="ctr"/>
          <a:lstStyle>
            <a:lvl1pPr algn="ctr" rtl="0">
              <a:lnSpc>
                <a:spcPct val="100000"/>
              </a:lnSpc>
              <a:defRPr sz="36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980" y="5620870"/>
            <a:ext cx="7561440" cy="1040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526E54CB-216D-E500-CD6C-76FD8D64B6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3600" y="140400"/>
            <a:ext cx="2185200" cy="1324800"/>
          </a:xfr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748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7649966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4F21732E-026D-84F9-9B01-825CB094D4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4550" y="1189038"/>
            <a:ext cx="4391025" cy="5616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58D2C3A-63D1-DAA4-0A57-A7CF000C9DA3}"/>
              </a:ext>
            </a:extLst>
          </p:cNvPr>
          <p:cNvSpPr/>
          <p:nvPr userDrawn="1"/>
        </p:nvSpPr>
        <p:spPr>
          <a:xfrm>
            <a:off x="0" y="962963"/>
            <a:ext cx="7526159" cy="6598300"/>
          </a:xfrm>
          <a:custGeom>
            <a:avLst/>
            <a:gdLst>
              <a:gd name="csX0" fmla="*/ 1431165 w 7526159"/>
              <a:gd name="csY0" fmla="*/ 1964313 h 6598300"/>
              <a:gd name="csX1" fmla="*/ 1262210 w 7526159"/>
              <a:gd name="csY1" fmla="*/ 2165699 h 6598300"/>
              <a:gd name="csX2" fmla="*/ 1213741 w 7526159"/>
              <a:gd name="csY2" fmla="*/ 2238396 h 6598300"/>
              <a:gd name="csX3" fmla="*/ 1101107 w 7526159"/>
              <a:gd name="csY3" fmla="*/ 4323543 h 6598300"/>
              <a:gd name="csX4" fmla="*/ 1149234 w 7526159"/>
              <a:gd name="csY4" fmla="*/ 4412289 h 6598300"/>
              <a:gd name="csX5" fmla="*/ 1302146 w 7526159"/>
              <a:gd name="csY5" fmla="*/ 4637563 h 6598300"/>
              <a:gd name="csX6" fmla="*/ 1302488 w 7526159"/>
              <a:gd name="csY6" fmla="*/ 4637563 h 6598300"/>
              <a:gd name="csX7" fmla="*/ 1294293 w 7526159"/>
              <a:gd name="csY7" fmla="*/ 3598912 h 6598300"/>
              <a:gd name="csX8" fmla="*/ 2982952 w 7526159"/>
              <a:gd name="csY8" fmla="*/ 1517205 h 6598300"/>
              <a:gd name="csX9" fmla="*/ 2894203 w 7526159"/>
              <a:gd name="csY9" fmla="*/ 1517817 h 6598300"/>
              <a:gd name="csX10" fmla="*/ 2727169 w 7526159"/>
              <a:gd name="csY10" fmla="*/ 1577254 h 6598300"/>
              <a:gd name="csX11" fmla="*/ 2316560 w 7526159"/>
              <a:gd name="csY11" fmla="*/ 2326119 h 6598300"/>
              <a:gd name="csX12" fmla="*/ 2292321 w 7526159"/>
              <a:gd name="csY12" fmla="*/ 2495412 h 6598300"/>
              <a:gd name="csX13" fmla="*/ 2243853 w 7526159"/>
              <a:gd name="csY13" fmla="*/ 2849710 h 6598300"/>
              <a:gd name="csX14" fmla="*/ 2324409 w 7526159"/>
              <a:gd name="csY14" fmla="*/ 4951242 h 6598300"/>
              <a:gd name="csX15" fmla="*/ 2686891 w 7526159"/>
              <a:gd name="csY15" fmla="*/ 5740039 h 6598300"/>
              <a:gd name="csX16" fmla="*/ 2888267 w 7526159"/>
              <a:gd name="csY16" fmla="*/ 5997733 h 6598300"/>
              <a:gd name="csX17" fmla="*/ 2944593 w 7526159"/>
              <a:gd name="csY17" fmla="*/ 6038016 h 6598300"/>
              <a:gd name="csX18" fmla="*/ 3339154 w 7526159"/>
              <a:gd name="csY18" fmla="*/ 6263626 h 6598300"/>
              <a:gd name="csX19" fmla="*/ 3741573 w 7526159"/>
              <a:gd name="csY19" fmla="*/ 6328138 h 6598300"/>
              <a:gd name="csX20" fmla="*/ 3790042 w 7526159"/>
              <a:gd name="csY20" fmla="*/ 6328138 h 6598300"/>
              <a:gd name="csX21" fmla="*/ 4015656 w 7526159"/>
              <a:gd name="csY21" fmla="*/ 6312094 h 6598300"/>
              <a:gd name="csX22" fmla="*/ 5352274 w 7526159"/>
              <a:gd name="csY22" fmla="*/ 5547190 h 6598300"/>
              <a:gd name="csX23" fmla="*/ 5351932 w 7526159"/>
              <a:gd name="csY23" fmla="*/ 5546507 h 6598300"/>
              <a:gd name="csX24" fmla="*/ 5609635 w 7526159"/>
              <a:gd name="csY24" fmla="*/ 4507856 h 6598300"/>
              <a:gd name="csX25" fmla="*/ 5601440 w 7526159"/>
              <a:gd name="csY25" fmla="*/ 4387027 h 6598300"/>
              <a:gd name="csX26" fmla="*/ 5488805 w 7526159"/>
              <a:gd name="csY26" fmla="*/ 3855591 h 6598300"/>
              <a:gd name="csX27" fmla="*/ 5231108 w 7526159"/>
              <a:gd name="csY27" fmla="*/ 3292063 h 6598300"/>
              <a:gd name="csX28" fmla="*/ 4594880 w 7526159"/>
              <a:gd name="csY28" fmla="*/ 2511110 h 6598300"/>
              <a:gd name="csX29" fmla="*/ 4127949 w 7526159"/>
              <a:gd name="csY29" fmla="*/ 2108694 h 6598300"/>
              <a:gd name="csX30" fmla="*/ 3073267 w 7526159"/>
              <a:gd name="csY30" fmla="*/ 1536975 h 6598300"/>
              <a:gd name="csX31" fmla="*/ 2982952 w 7526159"/>
              <a:gd name="csY31" fmla="*/ 1517205 h 6598300"/>
              <a:gd name="csX32" fmla="*/ 4678449 w 7526159"/>
              <a:gd name="csY32" fmla="*/ 983032 h 6598300"/>
              <a:gd name="csX33" fmla="*/ 4329670 w 7526159"/>
              <a:gd name="csY33" fmla="*/ 1054003 h 6598300"/>
              <a:gd name="csX34" fmla="*/ 4176763 w 7526159"/>
              <a:gd name="csY34" fmla="*/ 1110321 h 6598300"/>
              <a:gd name="csX35" fmla="*/ 4313636 w 7526159"/>
              <a:gd name="csY35" fmla="*/ 1199067 h 6598300"/>
              <a:gd name="csX36" fmla="*/ 6342790 w 7526159"/>
              <a:gd name="csY36" fmla="*/ 3542258 h 6598300"/>
              <a:gd name="csX37" fmla="*/ 6439385 w 7526159"/>
              <a:gd name="csY37" fmla="*/ 3775717 h 6598300"/>
              <a:gd name="csX38" fmla="*/ 6495707 w 7526159"/>
              <a:gd name="csY38" fmla="*/ 3526214 h 6598300"/>
              <a:gd name="csX39" fmla="*/ 6495707 w 7526159"/>
              <a:gd name="csY39" fmla="*/ 3525868 h 6598300"/>
              <a:gd name="csX40" fmla="*/ 5320196 w 7526159"/>
              <a:gd name="csY40" fmla="*/ 1158789 h 6598300"/>
              <a:gd name="csX41" fmla="*/ 4800744 w 7526159"/>
              <a:gd name="csY41" fmla="*/ 988511 h 6598300"/>
              <a:gd name="csX42" fmla="*/ 4678449 w 7526159"/>
              <a:gd name="csY42" fmla="*/ 983032 h 6598300"/>
              <a:gd name="csX43" fmla="*/ 4595226 w 7526159"/>
              <a:gd name="csY43" fmla="*/ 0 h 6598300"/>
              <a:gd name="csX44" fmla="*/ 5633864 w 7526159"/>
              <a:gd name="csY44" fmla="*/ 233459 h 6598300"/>
              <a:gd name="csX45" fmla="*/ 5633864 w 7526159"/>
              <a:gd name="csY45" fmla="*/ 233801 h 6598300"/>
              <a:gd name="csX46" fmla="*/ 7526159 w 7526159"/>
              <a:gd name="csY46" fmla="*/ 3043920 h 6598300"/>
              <a:gd name="csX47" fmla="*/ 6342453 w 7526159"/>
              <a:gd name="csY47" fmla="*/ 5837654 h 6598300"/>
              <a:gd name="csX48" fmla="*/ 5853119 w 7526159"/>
              <a:gd name="csY48" fmla="*/ 6583751 h 6598300"/>
              <a:gd name="csX49" fmla="*/ 5840029 w 7526159"/>
              <a:gd name="csY49" fmla="*/ 6598300 h 6598300"/>
              <a:gd name="csX50" fmla="*/ 1984766 w 7526159"/>
              <a:gd name="csY50" fmla="*/ 6598300 h 6598300"/>
              <a:gd name="csX51" fmla="*/ 1946219 w 7526159"/>
              <a:gd name="csY51" fmla="*/ 6570134 h 6598300"/>
              <a:gd name="csX52" fmla="*/ 166908 w 7526159"/>
              <a:gd name="csY52" fmla="*/ 4686032 h 6598300"/>
              <a:gd name="csX53" fmla="*/ 61934 w 7526159"/>
              <a:gd name="csY53" fmla="*/ 4472386 h 6598300"/>
              <a:gd name="csX54" fmla="*/ 0 w 7526159"/>
              <a:gd name="csY54" fmla="*/ 4314088 h 6598300"/>
              <a:gd name="csX55" fmla="*/ 0 w 7526159"/>
              <a:gd name="csY55" fmla="*/ 2399386 h 6598300"/>
              <a:gd name="csX56" fmla="*/ 3651 w 7526159"/>
              <a:gd name="csY56" fmla="*/ 2386915 h 6598300"/>
              <a:gd name="csX57" fmla="*/ 311625 w 7526159"/>
              <a:gd name="csY57" fmla="*/ 1763278 h 6598300"/>
              <a:gd name="csX58" fmla="*/ 2614530 w 7526159"/>
              <a:gd name="csY58" fmla="*/ 491162 h 6598300"/>
              <a:gd name="csX59" fmla="*/ 2638760 w 7526159"/>
              <a:gd name="csY59" fmla="*/ 491162 h 6598300"/>
              <a:gd name="csX60" fmla="*/ 2662999 w 7526159"/>
              <a:gd name="csY60" fmla="*/ 475118 h 6598300"/>
              <a:gd name="csX61" fmla="*/ 4458353 w 7526159"/>
              <a:gd name="csY61" fmla="*/ 8186 h 6598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7526159" h="6598300">
                <a:moveTo>
                  <a:pt x="1431165" y="1964313"/>
                </a:moveTo>
                <a:lnTo>
                  <a:pt x="1262210" y="2165699"/>
                </a:lnTo>
                <a:cubicBezTo>
                  <a:pt x="1245824" y="2189928"/>
                  <a:pt x="1229785" y="2214162"/>
                  <a:pt x="1213741" y="2238396"/>
                </a:cubicBezTo>
                <a:cubicBezTo>
                  <a:pt x="778893" y="2850047"/>
                  <a:pt x="730771" y="3671273"/>
                  <a:pt x="1101107" y="4323543"/>
                </a:cubicBezTo>
                <a:cubicBezTo>
                  <a:pt x="1117146" y="4355967"/>
                  <a:pt x="1133190" y="4379860"/>
                  <a:pt x="1149234" y="4412289"/>
                </a:cubicBezTo>
                <a:lnTo>
                  <a:pt x="1302146" y="4637563"/>
                </a:lnTo>
                <a:lnTo>
                  <a:pt x="1302488" y="4637563"/>
                </a:lnTo>
                <a:lnTo>
                  <a:pt x="1294293" y="3598912"/>
                </a:lnTo>
                <a:close/>
                <a:moveTo>
                  <a:pt x="2982952" y="1517205"/>
                </a:moveTo>
                <a:cubicBezTo>
                  <a:pt x="2953029" y="1514053"/>
                  <a:pt x="2923366" y="1514299"/>
                  <a:pt x="2894203" y="1517817"/>
                </a:cubicBezTo>
                <a:cubicBezTo>
                  <a:pt x="2835881" y="1524858"/>
                  <a:pt x="2779560" y="1544997"/>
                  <a:pt x="2727169" y="1577254"/>
                </a:cubicBezTo>
                <a:cubicBezTo>
                  <a:pt x="2493701" y="1722317"/>
                  <a:pt x="2356833" y="2068416"/>
                  <a:pt x="2316560" y="2326119"/>
                </a:cubicBezTo>
                <a:lnTo>
                  <a:pt x="2292321" y="2495412"/>
                </a:lnTo>
                <a:cubicBezTo>
                  <a:pt x="2284126" y="2616241"/>
                  <a:pt x="2268082" y="2737071"/>
                  <a:pt x="2243853" y="2849710"/>
                </a:cubicBezTo>
                <a:cubicBezTo>
                  <a:pt x="2098795" y="3670932"/>
                  <a:pt x="2123024" y="4355285"/>
                  <a:pt x="2324409" y="4951242"/>
                </a:cubicBezTo>
                <a:cubicBezTo>
                  <a:pt x="2404955" y="5176511"/>
                  <a:pt x="2582106" y="5538659"/>
                  <a:pt x="2686891" y="5740039"/>
                </a:cubicBezTo>
                <a:cubicBezTo>
                  <a:pt x="2735359" y="5836630"/>
                  <a:pt x="2807720" y="5925376"/>
                  <a:pt x="2888267" y="5997733"/>
                </a:cubicBezTo>
                <a:lnTo>
                  <a:pt x="2944593" y="6038016"/>
                </a:lnTo>
                <a:cubicBezTo>
                  <a:pt x="3065418" y="6142801"/>
                  <a:pt x="3194096" y="6215499"/>
                  <a:pt x="3339154" y="6263626"/>
                </a:cubicBezTo>
                <a:cubicBezTo>
                  <a:pt x="3467832" y="6303904"/>
                  <a:pt x="3604705" y="6328138"/>
                  <a:pt x="3741573" y="6328138"/>
                </a:cubicBezTo>
                <a:lnTo>
                  <a:pt x="3790042" y="6328138"/>
                </a:lnTo>
                <a:cubicBezTo>
                  <a:pt x="3862743" y="6320289"/>
                  <a:pt x="3943295" y="6320289"/>
                  <a:pt x="4015656" y="6312094"/>
                </a:cubicBezTo>
                <a:cubicBezTo>
                  <a:pt x="4506821" y="6280011"/>
                  <a:pt x="5006172" y="5990230"/>
                  <a:pt x="5352274" y="5547190"/>
                </a:cubicBezTo>
                <a:lnTo>
                  <a:pt x="5351932" y="5546507"/>
                </a:lnTo>
                <a:cubicBezTo>
                  <a:pt x="5577547" y="5272761"/>
                  <a:pt x="5657761" y="4918472"/>
                  <a:pt x="5609635" y="4507856"/>
                </a:cubicBezTo>
                <a:cubicBezTo>
                  <a:pt x="5609635" y="4467583"/>
                  <a:pt x="5601440" y="4427310"/>
                  <a:pt x="5601440" y="4387027"/>
                </a:cubicBezTo>
                <a:cubicBezTo>
                  <a:pt x="5585401" y="4233778"/>
                  <a:pt x="5577547" y="4089055"/>
                  <a:pt x="5488805" y="3855591"/>
                </a:cubicBezTo>
                <a:cubicBezTo>
                  <a:pt x="5408254" y="3646356"/>
                  <a:pt x="5327698" y="3461019"/>
                  <a:pt x="5231108" y="3292063"/>
                </a:cubicBezTo>
                <a:cubicBezTo>
                  <a:pt x="5069996" y="3002282"/>
                  <a:pt x="4852577" y="2736729"/>
                  <a:pt x="4594880" y="2511110"/>
                </a:cubicBezTo>
                <a:lnTo>
                  <a:pt x="4127949" y="2108694"/>
                </a:lnTo>
                <a:cubicBezTo>
                  <a:pt x="3846358" y="1867040"/>
                  <a:pt x="3508115" y="1682039"/>
                  <a:pt x="3073267" y="1536975"/>
                </a:cubicBezTo>
                <a:cubicBezTo>
                  <a:pt x="3043061" y="1526906"/>
                  <a:pt x="3012876" y="1520357"/>
                  <a:pt x="2982952" y="1517205"/>
                </a:cubicBezTo>
                <a:close/>
                <a:moveTo>
                  <a:pt x="4678449" y="983032"/>
                </a:moveTo>
                <a:cubicBezTo>
                  <a:pt x="4557665" y="984887"/>
                  <a:pt x="4441413" y="1008694"/>
                  <a:pt x="4329670" y="1054003"/>
                </a:cubicBezTo>
                <a:lnTo>
                  <a:pt x="4176763" y="1110321"/>
                </a:lnTo>
                <a:lnTo>
                  <a:pt x="4313636" y="1199067"/>
                </a:lnTo>
                <a:cubicBezTo>
                  <a:pt x="5255684" y="1770785"/>
                  <a:pt x="5940034" y="2559924"/>
                  <a:pt x="6342790" y="3542258"/>
                </a:cubicBezTo>
                <a:lnTo>
                  <a:pt x="6439385" y="3775717"/>
                </a:lnTo>
                <a:lnTo>
                  <a:pt x="6495707" y="3526214"/>
                </a:lnTo>
                <a:lnTo>
                  <a:pt x="6495707" y="3525868"/>
                </a:lnTo>
                <a:cubicBezTo>
                  <a:pt x="6697087" y="2575968"/>
                  <a:pt x="6230160" y="1626058"/>
                  <a:pt x="5320196" y="1158789"/>
                </a:cubicBezTo>
                <a:cubicBezTo>
                  <a:pt x="5138950" y="1062025"/>
                  <a:pt x="4965812" y="1005622"/>
                  <a:pt x="4800744" y="988511"/>
                </a:cubicBezTo>
                <a:cubicBezTo>
                  <a:pt x="4759475" y="984234"/>
                  <a:pt x="4718710" y="982413"/>
                  <a:pt x="4678449" y="983032"/>
                </a:cubicBezTo>
                <a:close/>
                <a:moveTo>
                  <a:pt x="4595226" y="0"/>
                </a:moveTo>
                <a:cubicBezTo>
                  <a:pt x="4957367" y="32078"/>
                  <a:pt x="5303806" y="72352"/>
                  <a:pt x="5633864" y="233459"/>
                </a:cubicBezTo>
                <a:lnTo>
                  <a:pt x="5633864" y="233801"/>
                </a:lnTo>
                <a:cubicBezTo>
                  <a:pt x="6729175" y="749202"/>
                  <a:pt x="7453798" y="1836317"/>
                  <a:pt x="7526159" y="3043920"/>
                </a:cubicBezTo>
                <a:cubicBezTo>
                  <a:pt x="7413179" y="4082571"/>
                  <a:pt x="7018614" y="5016432"/>
                  <a:pt x="6342453" y="5837654"/>
                </a:cubicBezTo>
                <a:cubicBezTo>
                  <a:pt x="6215652" y="6095268"/>
                  <a:pt x="6050111" y="6350386"/>
                  <a:pt x="5853119" y="6583751"/>
                </a:cubicBezTo>
                <a:lnTo>
                  <a:pt x="5840029" y="6598300"/>
                </a:lnTo>
                <a:lnTo>
                  <a:pt x="1984766" y="6598300"/>
                </a:lnTo>
                <a:lnTo>
                  <a:pt x="1946219" y="6570134"/>
                </a:lnTo>
                <a:cubicBezTo>
                  <a:pt x="1149234" y="6046888"/>
                  <a:pt x="569664" y="5426702"/>
                  <a:pt x="166908" y="4686032"/>
                </a:cubicBezTo>
                <a:cubicBezTo>
                  <a:pt x="128637" y="4615548"/>
                  <a:pt x="93640" y="4544318"/>
                  <a:pt x="61934" y="4472386"/>
                </a:cubicBezTo>
                <a:lnTo>
                  <a:pt x="0" y="4314088"/>
                </a:lnTo>
                <a:lnTo>
                  <a:pt x="0" y="2399386"/>
                </a:lnTo>
                <a:lnTo>
                  <a:pt x="3651" y="2386915"/>
                </a:lnTo>
                <a:cubicBezTo>
                  <a:pt x="81421" y="2144435"/>
                  <a:pt x="180857" y="1944388"/>
                  <a:pt x="311625" y="1763278"/>
                </a:cubicBezTo>
                <a:cubicBezTo>
                  <a:pt x="843069" y="1038642"/>
                  <a:pt x="1680673" y="571709"/>
                  <a:pt x="2614530" y="491162"/>
                </a:cubicBezTo>
                <a:lnTo>
                  <a:pt x="2638760" y="491162"/>
                </a:lnTo>
                <a:lnTo>
                  <a:pt x="2662999" y="475118"/>
                </a:lnTo>
                <a:cubicBezTo>
                  <a:pt x="3121735" y="56317"/>
                  <a:pt x="3830314" y="32425"/>
                  <a:pt x="4458353" y="8186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6ED2211-99B2-341C-5EDC-8E2E71138A2D}"/>
              </a:ext>
            </a:extLst>
          </p:cNvPr>
          <p:cNvSpPr/>
          <p:nvPr userDrawn="1"/>
        </p:nvSpPr>
        <p:spPr>
          <a:xfrm>
            <a:off x="0" y="0"/>
            <a:ext cx="10693400" cy="756144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7824" y="1189038"/>
            <a:ext cx="4968875" cy="5616575"/>
          </a:xfrm>
        </p:spPr>
        <p:txBody>
          <a:bodyPr vert="horz" rIns="0" anchor="ctr"/>
          <a:lstStyle>
            <a:lvl1pPr algn="r" rtl="0">
              <a:defRPr sz="8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F8AC4E5-753A-0A99-F494-696EC90A92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824" y="345486"/>
            <a:ext cx="993775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4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Themenübersicht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CC9095D4-C6A8-0692-FAB3-4ADDA71FEBD8}"/>
              </a:ext>
            </a:extLst>
          </p:cNvPr>
          <p:cNvSpPr/>
          <p:nvPr userDrawn="1"/>
        </p:nvSpPr>
        <p:spPr>
          <a:xfrm>
            <a:off x="10002286" y="233154"/>
            <a:ext cx="372734" cy="369519"/>
          </a:xfrm>
          <a:custGeom>
            <a:avLst/>
            <a:gdLst>
              <a:gd name="csX0" fmla="*/ 332205 w 1600294"/>
              <a:gd name="csY0" fmla="*/ 408682 h 1586485"/>
              <a:gd name="csX1" fmla="*/ 297053 w 1600294"/>
              <a:gd name="csY1" fmla="*/ 450581 h 1586485"/>
              <a:gd name="csX2" fmla="*/ 286969 w 1600294"/>
              <a:gd name="csY2" fmla="*/ 465706 h 1586485"/>
              <a:gd name="csX3" fmla="*/ 263535 w 1600294"/>
              <a:gd name="csY3" fmla="*/ 899528 h 1586485"/>
              <a:gd name="csX4" fmla="*/ 273548 w 1600294"/>
              <a:gd name="csY4" fmla="*/ 917992 h 1586485"/>
              <a:gd name="csX5" fmla="*/ 305362 w 1600294"/>
              <a:gd name="csY5" fmla="*/ 964861 h 1586485"/>
              <a:gd name="csX6" fmla="*/ 305433 w 1600294"/>
              <a:gd name="csY6" fmla="*/ 964861 h 1586485"/>
              <a:gd name="csX7" fmla="*/ 303728 w 1600294"/>
              <a:gd name="csY7" fmla="*/ 748766 h 1586485"/>
              <a:gd name="csX8" fmla="*/ 636596 w 1600294"/>
              <a:gd name="csY8" fmla="*/ 315787 h 1586485"/>
              <a:gd name="csX9" fmla="*/ 601844 w 1600294"/>
              <a:gd name="csY9" fmla="*/ 328153 h 1586485"/>
              <a:gd name="csX10" fmla="*/ 516415 w 1600294"/>
              <a:gd name="csY10" fmla="*/ 483957 h 1586485"/>
              <a:gd name="csX11" fmla="*/ 511372 w 1600294"/>
              <a:gd name="csY11" fmla="*/ 519179 h 1586485"/>
              <a:gd name="csX12" fmla="*/ 501288 w 1600294"/>
              <a:gd name="csY12" fmla="*/ 592892 h 1586485"/>
              <a:gd name="csX13" fmla="*/ 518048 w 1600294"/>
              <a:gd name="csY13" fmla="*/ 1030123 h 1586485"/>
              <a:gd name="csX14" fmla="*/ 593464 w 1600294"/>
              <a:gd name="csY14" fmla="*/ 1194235 h 1586485"/>
              <a:gd name="csX15" fmla="*/ 635361 w 1600294"/>
              <a:gd name="csY15" fmla="*/ 1247849 h 1586485"/>
              <a:gd name="csX16" fmla="*/ 647080 w 1600294"/>
              <a:gd name="csY16" fmla="*/ 1256230 h 1586485"/>
              <a:gd name="csX17" fmla="*/ 729170 w 1600294"/>
              <a:gd name="csY17" fmla="*/ 1303169 h 1586485"/>
              <a:gd name="csX18" fmla="*/ 812895 w 1600294"/>
              <a:gd name="csY18" fmla="*/ 1316591 h 1586485"/>
              <a:gd name="csX19" fmla="*/ 822979 w 1600294"/>
              <a:gd name="csY19" fmla="*/ 1316591 h 1586485"/>
              <a:gd name="csX20" fmla="*/ 869919 w 1600294"/>
              <a:gd name="csY20" fmla="*/ 1313253 h 1586485"/>
              <a:gd name="csX21" fmla="*/ 1148008 w 1600294"/>
              <a:gd name="csY21" fmla="*/ 1154112 h 1586485"/>
              <a:gd name="csX22" fmla="*/ 1147937 w 1600294"/>
              <a:gd name="csY22" fmla="*/ 1153970 h 1586485"/>
              <a:gd name="csX23" fmla="*/ 1201553 w 1600294"/>
              <a:gd name="csY23" fmla="*/ 937875 h 1586485"/>
              <a:gd name="csX24" fmla="*/ 1199848 w 1600294"/>
              <a:gd name="csY24" fmla="*/ 912736 h 1586485"/>
              <a:gd name="csX25" fmla="*/ 1176414 w 1600294"/>
              <a:gd name="csY25" fmla="*/ 802169 h 1586485"/>
              <a:gd name="csX26" fmla="*/ 1122799 w 1600294"/>
              <a:gd name="csY26" fmla="*/ 684925 h 1586485"/>
              <a:gd name="csX27" fmla="*/ 990429 w 1600294"/>
              <a:gd name="csY27" fmla="*/ 522445 h 1586485"/>
              <a:gd name="csX28" fmla="*/ 893282 w 1600294"/>
              <a:gd name="csY28" fmla="*/ 438721 h 1586485"/>
              <a:gd name="csX29" fmla="*/ 673851 w 1600294"/>
              <a:gd name="csY29" fmla="*/ 319773 h 1586485"/>
              <a:gd name="csX30" fmla="*/ 636596 w 1600294"/>
              <a:gd name="csY30" fmla="*/ 315787 h 1586485"/>
              <a:gd name="csX31" fmla="*/ 1033260 w 1600294"/>
              <a:gd name="csY31" fmla="*/ 205663 h 1586485"/>
              <a:gd name="csX32" fmla="*/ 935251 w 1600294"/>
              <a:gd name="csY32" fmla="*/ 219289 h 1586485"/>
              <a:gd name="csX33" fmla="*/ 903438 w 1600294"/>
              <a:gd name="csY33" fmla="*/ 231006 h 1586485"/>
              <a:gd name="csX34" fmla="*/ 931915 w 1600294"/>
              <a:gd name="csY34" fmla="*/ 249470 h 1586485"/>
              <a:gd name="csX35" fmla="*/ 1354089 w 1600294"/>
              <a:gd name="csY35" fmla="*/ 736979 h 1586485"/>
              <a:gd name="csX36" fmla="*/ 1374186 w 1600294"/>
              <a:gd name="csY36" fmla="*/ 785551 h 1586485"/>
              <a:gd name="csX37" fmla="*/ 1385904 w 1600294"/>
              <a:gd name="csY37" fmla="*/ 733641 h 1586485"/>
              <a:gd name="csX38" fmla="*/ 1385904 w 1600294"/>
              <a:gd name="csY38" fmla="*/ 733569 h 1586485"/>
              <a:gd name="csX39" fmla="*/ 1141334 w 1600294"/>
              <a:gd name="csY39" fmla="*/ 241090 h 1586485"/>
              <a:gd name="csX40" fmla="*/ 1033260 w 1600294"/>
              <a:gd name="csY40" fmla="*/ 205663 h 1586485"/>
              <a:gd name="csX41" fmla="*/ 990501 w 1600294"/>
              <a:gd name="csY41" fmla="*/ 0 h 1586485"/>
              <a:gd name="csX42" fmla="*/ 1206594 w 1600294"/>
              <a:gd name="csY42" fmla="*/ 48572 h 1586485"/>
              <a:gd name="csX43" fmla="*/ 1206594 w 1600294"/>
              <a:gd name="csY43" fmla="*/ 48643 h 1586485"/>
              <a:gd name="csX44" fmla="*/ 1600294 w 1600294"/>
              <a:gd name="csY44" fmla="*/ 633298 h 1586485"/>
              <a:gd name="csX45" fmla="*/ 1354019 w 1600294"/>
              <a:gd name="csY45" fmla="*/ 1214544 h 1586485"/>
              <a:gd name="csX46" fmla="*/ 747634 w 1600294"/>
              <a:gd name="csY46" fmla="*/ 1576358 h 1586485"/>
              <a:gd name="csX47" fmla="*/ 506401 w 1600294"/>
              <a:gd name="csY47" fmla="*/ 1423892 h 1586485"/>
              <a:gd name="csX48" fmla="*/ 439364 w 1600294"/>
              <a:gd name="csY48" fmla="*/ 1366939 h 1586485"/>
              <a:gd name="csX49" fmla="*/ 69171 w 1600294"/>
              <a:gd name="csY49" fmla="*/ 974945 h 1586485"/>
              <a:gd name="csX50" fmla="*/ 10514 w 1600294"/>
              <a:gd name="csY50" fmla="*/ 598004 h 1586485"/>
              <a:gd name="csX51" fmla="*/ 99280 w 1600294"/>
              <a:gd name="csY51" fmla="*/ 366856 h 1586485"/>
              <a:gd name="csX52" fmla="*/ 578409 w 1600294"/>
              <a:gd name="csY52" fmla="*/ 102188 h 1586485"/>
              <a:gd name="csX53" fmla="*/ 583450 w 1600294"/>
              <a:gd name="csY53" fmla="*/ 102188 h 1586485"/>
              <a:gd name="csX54" fmla="*/ 588493 w 1600294"/>
              <a:gd name="csY54" fmla="*/ 98850 h 1586485"/>
              <a:gd name="csX55" fmla="*/ 962024 w 1600294"/>
              <a:gd name="csY55" fmla="*/ 1703 h 1586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600294" h="1586485">
                <a:moveTo>
                  <a:pt x="332205" y="408682"/>
                </a:moveTo>
                <a:lnTo>
                  <a:pt x="297053" y="450581"/>
                </a:lnTo>
                <a:cubicBezTo>
                  <a:pt x="293644" y="455622"/>
                  <a:pt x="290307" y="460664"/>
                  <a:pt x="286969" y="465706"/>
                </a:cubicBezTo>
                <a:cubicBezTo>
                  <a:pt x="196497" y="592962"/>
                  <a:pt x="186485" y="763821"/>
                  <a:pt x="263535" y="899528"/>
                </a:cubicBezTo>
                <a:cubicBezTo>
                  <a:pt x="266872" y="906274"/>
                  <a:pt x="270210" y="911245"/>
                  <a:pt x="273548" y="917992"/>
                </a:cubicBezTo>
                <a:lnTo>
                  <a:pt x="305362" y="964861"/>
                </a:lnTo>
                <a:lnTo>
                  <a:pt x="305433" y="964861"/>
                </a:lnTo>
                <a:lnTo>
                  <a:pt x="303728" y="748766"/>
                </a:lnTo>
                <a:close/>
                <a:moveTo>
                  <a:pt x="636596" y="315787"/>
                </a:moveTo>
                <a:cubicBezTo>
                  <a:pt x="624462" y="317252"/>
                  <a:pt x="612744" y="321442"/>
                  <a:pt x="601844" y="328153"/>
                </a:cubicBezTo>
                <a:cubicBezTo>
                  <a:pt x="553270" y="358334"/>
                  <a:pt x="524794" y="430341"/>
                  <a:pt x="516415" y="483957"/>
                </a:cubicBezTo>
                <a:lnTo>
                  <a:pt x="511372" y="519179"/>
                </a:lnTo>
                <a:cubicBezTo>
                  <a:pt x="509667" y="544318"/>
                  <a:pt x="506329" y="569457"/>
                  <a:pt x="501288" y="592892"/>
                </a:cubicBezTo>
                <a:cubicBezTo>
                  <a:pt x="471108" y="763750"/>
                  <a:pt x="476149" y="906132"/>
                  <a:pt x="518048" y="1030123"/>
                </a:cubicBezTo>
                <a:cubicBezTo>
                  <a:pt x="534806" y="1076991"/>
                  <a:pt x="571663" y="1152337"/>
                  <a:pt x="593464" y="1194235"/>
                </a:cubicBezTo>
                <a:cubicBezTo>
                  <a:pt x="603548" y="1214331"/>
                  <a:pt x="618603" y="1232795"/>
                  <a:pt x="635361" y="1247849"/>
                </a:cubicBezTo>
                <a:lnTo>
                  <a:pt x="647080" y="1256230"/>
                </a:lnTo>
                <a:cubicBezTo>
                  <a:pt x="672218" y="1278031"/>
                  <a:pt x="698990" y="1293156"/>
                  <a:pt x="729170" y="1303169"/>
                </a:cubicBezTo>
                <a:cubicBezTo>
                  <a:pt x="755942" y="1311549"/>
                  <a:pt x="784419" y="1316591"/>
                  <a:pt x="812895" y="1316591"/>
                </a:cubicBezTo>
                <a:lnTo>
                  <a:pt x="822979" y="1316591"/>
                </a:lnTo>
                <a:cubicBezTo>
                  <a:pt x="838105" y="1314958"/>
                  <a:pt x="854864" y="1314958"/>
                  <a:pt x="869919" y="1313253"/>
                </a:cubicBezTo>
                <a:cubicBezTo>
                  <a:pt x="972108" y="1306578"/>
                  <a:pt x="1076000" y="1246288"/>
                  <a:pt x="1148008" y="1154112"/>
                </a:cubicBezTo>
                <a:lnTo>
                  <a:pt x="1147937" y="1153970"/>
                </a:lnTo>
                <a:cubicBezTo>
                  <a:pt x="1194877" y="1097016"/>
                  <a:pt x="1211566" y="1023305"/>
                  <a:pt x="1201553" y="937875"/>
                </a:cubicBezTo>
                <a:cubicBezTo>
                  <a:pt x="1201553" y="929496"/>
                  <a:pt x="1199848" y="921117"/>
                  <a:pt x="1199848" y="912736"/>
                </a:cubicBezTo>
                <a:cubicBezTo>
                  <a:pt x="1196511" y="880852"/>
                  <a:pt x="1194877" y="850742"/>
                  <a:pt x="1176414" y="802169"/>
                </a:cubicBezTo>
                <a:cubicBezTo>
                  <a:pt x="1159655" y="758637"/>
                  <a:pt x="1142895" y="720077"/>
                  <a:pt x="1122799" y="684925"/>
                </a:cubicBezTo>
                <a:cubicBezTo>
                  <a:pt x="1089279" y="624635"/>
                  <a:pt x="1044044" y="569386"/>
                  <a:pt x="990429" y="522445"/>
                </a:cubicBezTo>
                <a:lnTo>
                  <a:pt x="893282" y="438721"/>
                </a:lnTo>
                <a:cubicBezTo>
                  <a:pt x="834696" y="388444"/>
                  <a:pt x="764323" y="349954"/>
                  <a:pt x="673851" y="319773"/>
                </a:cubicBezTo>
                <a:cubicBezTo>
                  <a:pt x="661282" y="315583"/>
                  <a:pt x="648731" y="314323"/>
                  <a:pt x="636596" y="315787"/>
                </a:cubicBezTo>
                <a:close/>
                <a:moveTo>
                  <a:pt x="1033260" y="205663"/>
                </a:moveTo>
                <a:cubicBezTo>
                  <a:pt x="998915" y="202104"/>
                  <a:pt x="966249" y="206720"/>
                  <a:pt x="935251" y="219289"/>
                </a:cubicBezTo>
                <a:lnTo>
                  <a:pt x="903438" y="231006"/>
                </a:lnTo>
                <a:lnTo>
                  <a:pt x="931915" y="249470"/>
                </a:lnTo>
                <a:cubicBezTo>
                  <a:pt x="1127912" y="368418"/>
                  <a:pt x="1270294" y="532601"/>
                  <a:pt x="1354089" y="736979"/>
                </a:cubicBezTo>
                <a:lnTo>
                  <a:pt x="1374186" y="785551"/>
                </a:lnTo>
                <a:lnTo>
                  <a:pt x="1385904" y="733641"/>
                </a:lnTo>
                <a:lnTo>
                  <a:pt x="1385904" y="733569"/>
                </a:lnTo>
                <a:cubicBezTo>
                  <a:pt x="1427802" y="535939"/>
                  <a:pt x="1330656" y="338307"/>
                  <a:pt x="1141334" y="241090"/>
                </a:cubicBezTo>
                <a:cubicBezTo>
                  <a:pt x="1103625" y="220958"/>
                  <a:pt x="1067603" y="209223"/>
                  <a:pt x="1033260" y="205663"/>
                </a:cubicBezTo>
                <a:close/>
                <a:moveTo>
                  <a:pt x="990501" y="0"/>
                </a:moveTo>
                <a:cubicBezTo>
                  <a:pt x="1065846" y="6674"/>
                  <a:pt x="1137924" y="15053"/>
                  <a:pt x="1206594" y="48572"/>
                </a:cubicBezTo>
                <a:lnTo>
                  <a:pt x="1206594" y="48643"/>
                </a:lnTo>
                <a:cubicBezTo>
                  <a:pt x="1434478" y="155874"/>
                  <a:pt x="1585239" y="382052"/>
                  <a:pt x="1600294" y="633298"/>
                </a:cubicBezTo>
                <a:cubicBezTo>
                  <a:pt x="1576788" y="849393"/>
                  <a:pt x="1494697" y="1043686"/>
                  <a:pt x="1354019" y="1214544"/>
                </a:cubicBezTo>
                <a:cubicBezTo>
                  <a:pt x="1248493" y="1428934"/>
                  <a:pt x="1014005" y="1635016"/>
                  <a:pt x="747634" y="1576358"/>
                </a:cubicBezTo>
                <a:cubicBezTo>
                  <a:pt x="640404" y="1552924"/>
                  <a:pt x="566691" y="1480846"/>
                  <a:pt x="506401" y="1423892"/>
                </a:cubicBezTo>
                <a:cubicBezTo>
                  <a:pt x="481262" y="1400457"/>
                  <a:pt x="459461" y="1380361"/>
                  <a:pt x="439364" y="1366939"/>
                </a:cubicBezTo>
                <a:cubicBezTo>
                  <a:pt x="273548" y="1258076"/>
                  <a:pt x="152966" y="1129044"/>
                  <a:pt x="69171" y="974945"/>
                </a:cubicBezTo>
                <a:cubicBezTo>
                  <a:pt x="5471" y="857630"/>
                  <a:pt x="-14625" y="730374"/>
                  <a:pt x="10514" y="598004"/>
                </a:cubicBezTo>
                <a:cubicBezTo>
                  <a:pt x="28906" y="497520"/>
                  <a:pt x="55749" y="427145"/>
                  <a:pt x="99280" y="366856"/>
                </a:cubicBezTo>
                <a:cubicBezTo>
                  <a:pt x="209849" y="216093"/>
                  <a:pt x="384116" y="118946"/>
                  <a:pt x="578409" y="102188"/>
                </a:cubicBezTo>
                <a:lnTo>
                  <a:pt x="583450" y="102188"/>
                </a:lnTo>
                <a:lnTo>
                  <a:pt x="588493" y="98850"/>
                </a:lnTo>
                <a:cubicBezTo>
                  <a:pt x="683935" y="11717"/>
                  <a:pt x="831358" y="6746"/>
                  <a:pt x="962024" y="1703"/>
                </a:cubicBezTo>
                <a:close/>
              </a:path>
            </a:pathLst>
          </a:custGeom>
          <a:solidFill>
            <a:schemeClr val="accent1"/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594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8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7352177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50F91D56-E981-71FA-6921-B1A960151706}"/>
              </a:ext>
            </a:extLst>
          </p:cNvPr>
          <p:cNvSpPr/>
          <p:nvPr userDrawn="1"/>
        </p:nvSpPr>
        <p:spPr>
          <a:xfrm>
            <a:off x="5334989" y="951351"/>
            <a:ext cx="5358411" cy="6609912"/>
          </a:xfrm>
          <a:custGeom>
            <a:avLst/>
            <a:gdLst>
              <a:gd name="csX0" fmla="*/ 1484615 w 5358411"/>
              <a:gd name="csY0" fmla="*/ 1826397 h 6609912"/>
              <a:gd name="csX1" fmla="*/ 1327521 w 5358411"/>
              <a:gd name="csY1" fmla="*/ 2013643 h 6609912"/>
              <a:gd name="csX2" fmla="*/ 1282456 w 5358411"/>
              <a:gd name="csY2" fmla="*/ 2081237 h 6609912"/>
              <a:gd name="csX3" fmla="*/ 1177730 w 5358411"/>
              <a:gd name="csY3" fmla="*/ 4019984 h 6609912"/>
              <a:gd name="csX4" fmla="*/ 1222478 w 5358411"/>
              <a:gd name="csY4" fmla="*/ 4102500 h 6609912"/>
              <a:gd name="csX5" fmla="*/ 1364654 w 5358411"/>
              <a:gd name="csY5" fmla="*/ 4311957 h 6609912"/>
              <a:gd name="csX6" fmla="*/ 1364971 w 5358411"/>
              <a:gd name="csY6" fmla="*/ 4311957 h 6609912"/>
              <a:gd name="csX7" fmla="*/ 1357352 w 5358411"/>
              <a:gd name="csY7" fmla="*/ 3346230 h 6609912"/>
              <a:gd name="csX8" fmla="*/ 4426524 w 5358411"/>
              <a:gd name="csY8" fmla="*/ 0 h 6609912"/>
              <a:gd name="csX9" fmla="*/ 5276444 w 5358411"/>
              <a:gd name="csY9" fmla="*/ 165956 h 6609912"/>
              <a:gd name="csX10" fmla="*/ 5358411 w 5358411"/>
              <a:gd name="csY10" fmla="*/ 202136 h 6609912"/>
              <a:gd name="csX11" fmla="*/ 5358411 w 5358411"/>
              <a:gd name="csY11" fmla="*/ 1233850 h 6609912"/>
              <a:gd name="csX12" fmla="*/ 5254354 w 5358411"/>
              <a:gd name="csY12" fmla="*/ 1164041 h 6609912"/>
              <a:gd name="csX13" fmla="*/ 5100593 w 5358411"/>
              <a:gd name="csY13" fmla="*/ 1077430 h 6609912"/>
              <a:gd name="csX14" fmla="*/ 4617613 w 5358411"/>
              <a:gd name="csY14" fmla="*/ 919107 h 6609912"/>
              <a:gd name="csX15" fmla="*/ 4179613 w 5358411"/>
              <a:gd name="csY15" fmla="*/ 980001 h 6609912"/>
              <a:gd name="csX16" fmla="*/ 4037441 w 5358411"/>
              <a:gd name="csY16" fmla="*/ 1032364 h 6609912"/>
              <a:gd name="csX17" fmla="*/ 4164705 w 5358411"/>
              <a:gd name="csY17" fmla="*/ 1114880 h 6609912"/>
              <a:gd name="csX18" fmla="*/ 5296083 w 5358411"/>
              <a:gd name="csY18" fmla="*/ 2061047 h 6609912"/>
              <a:gd name="csX19" fmla="*/ 5358411 w 5358411"/>
              <a:gd name="csY19" fmla="*/ 2139241 h 6609912"/>
              <a:gd name="csX20" fmla="*/ 5358411 w 5358411"/>
              <a:gd name="csY20" fmla="*/ 4043451 h 6609912"/>
              <a:gd name="csX21" fmla="*/ 5351039 w 5358411"/>
              <a:gd name="csY21" fmla="*/ 3972217 h 6609912"/>
              <a:gd name="csX22" fmla="*/ 5257365 w 5358411"/>
              <a:gd name="csY22" fmla="*/ 3584888 h 6609912"/>
              <a:gd name="csX23" fmla="*/ 5017761 w 5358411"/>
              <a:gd name="csY23" fmla="*/ 3060925 h 6609912"/>
              <a:gd name="csX24" fmla="*/ 4426203 w 5358411"/>
              <a:gd name="csY24" fmla="*/ 2334803 h 6609912"/>
              <a:gd name="csX25" fmla="*/ 3992055 w 5358411"/>
              <a:gd name="csY25" fmla="*/ 1960641 h 6609912"/>
              <a:gd name="csX26" fmla="*/ 3011423 w 5358411"/>
              <a:gd name="csY26" fmla="*/ 1429064 h 6609912"/>
              <a:gd name="csX27" fmla="*/ 2844931 w 5358411"/>
              <a:gd name="csY27" fmla="*/ 1411250 h 6609912"/>
              <a:gd name="csX28" fmla="*/ 2689625 w 5358411"/>
              <a:gd name="csY28" fmla="*/ 1466514 h 6609912"/>
              <a:gd name="csX29" fmla="*/ 2307845 w 5358411"/>
              <a:gd name="csY29" fmla="*/ 2162801 h 6609912"/>
              <a:gd name="csX30" fmla="*/ 2285308 w 5358411"/>
              <a:gd name="csY30" fmla="*/ 2320207 h 6609912"/>
              <a:gd name="csX31" fmla="*/ 2240243 w 5358411"/>
              <a:gd name="csY31" fmla="*/ 2649630 h 6609912"/>
              <a:gd name="csX32" fmla="*/ 2315143 w 5358411"/>
              <a:gd name="csY32" fmla="*/ 4603612 h 6609912"/>
              <a:gd name="csX33" fmla="*/ 2652175 w 5358411"/>
              <a:gd name="csY33" fmla="*/ 5337028 h 6609912"/>
              <a:gd name="csX34" fmla="*/ 2839412 w 5358411"/>
              <a:gd name="csY34" fmla="*/ 5576628 h 6609912"/>
              <a:gd name="csX35" fmla="*/ 2891784 w 5358411"/>
              <a:gd name="csY35" fmla="*/ 5614083 h 6609912"/>
              <a:gd name="csX36" fmla="*/ 3258642 w 5358411"/>
              <a:gd name="csY36" fmla="*/ 5823853 h 6609912"/>
              <a:gd name="csX37" fmla="*/ 3632807 w 5358411"/>
              <a:gd name="csY37" fmla="*/ 5883836 h 6609912"/>
              <a:gd name="csX38" fmla="*/ 3677872 w 5358411"/>
              <a:gd name="csY38" fmla="*/ 5883836 h 6609912"/>
              <a:gd name="csX39" fmla="*/ 3887646 w 5358411"/>
              <a:gd name="csY39" fmla="*/ 5868918 h 6609912"/>
              <a:gd name="csX40" fmla="*/ 5130419 w 5358411"/>
              <a:gd name="csY40" fmla="*/ 5157718 h 6609912"/>
              <a:gd name="csX41" fmla="*/ 5130102 w 5358411"/>
              <a:gd name="csY41" fmla="*/ 5157084 h 6609912"/>
              <a:gd name="csX42" fmla="*/ 5345352 w 5358411"/>
              <a:gd name="csY42" fmla="*/ 4721942 h 6609912"/>
              <a:gd name="csX43" fmla="*/ 5358411 w 5358411"/>
              <a:gd name="csY43" fmla="*/ 4652900 h 6609912"/>
              <a:gd name="csX44" fmla="*/ 5358411 w 5358411"/>
              <a:gd name="csY44" fmla="*/ 6372824 h 6609912"/>
              <a:gd name="csX45" fmla="*/ 5300275 w 5358411"/>
              <a:gd name="csY45" fmla="*/ 6429563 h 6609912"/>
              <a:gd name="csX46" fmla="*/ 5137503 w 5358411"/>
              <a:gd name="csY46" fmla="*/ 6568019 h 6609912"/>
              <a:gd name="csX47" fmla="*/ 5080297 w 5358411"/>
              <a:gd name="csY47" fmla="*/ 6609912 h 6609912"/>
              <a:gd name="csX48" fmla="*/ 2533597 w 5358411"/>
              <a:gd name="csY48" fmla="*/ 6609912 h 6609912"/>
              <a:gd name="csX49" fmla="*/ 2477820 w 5358411"/>
              <a:gd name="csY49" fmla="*/ 6562479 h 6609912"/>
              <a:gd name="csX50" fmla="*/ 2263093 w 5358411"/>
              <a:gd name="csY50" fmla="*/ 6363363 h 6609912"/>
              <a:gd name="csX51" fmla="*/ 1963506 w 5358411"/>
              <a:gd name="csY51" fmla="*/ 6108841 h 6609912"/>
              <a:gd name="csX52" fmla="*/ 309122 w 5358411"/>
              <a:gd name="csY52" fmla="*/ 4357022 h 6609912"/>
              <a:gd name="csX53" fmla="*/ 46985 w 5358411"/>
              <a:gd name="csY53" fmla="*/ 2672476 h 6609912"/>
              <a:gd name="csX54" fmla="*/ 443678 w 5358411"/>
              <a:gd name="csY54" fmla="*/ 1639477 h 6609912"/>
              <a:gd name="csX55" fmla="*/ 2584895 w 5358411"/>
              <a:gd name="csY55" fmla="*/ 456678 h 6609912"/>
              <a:gd name="csX56" fmla="*/ 2607423 w 5358411"/>
              <a:gd name="csY56" fmla="*/ 456678 h 6609912"/>
              <a:gd name="csX57" fmla="*/ 2629960 w 5358411"/>
              <a:gd name="csY57" fmla="*/ 441760 h 6609912"/>
              <a:gd name="csX58" fmla="*/ 4299261 w 5358411"/>
              <a:gd name="csY58" fmla="*/ 7611 h 6609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5358411" h="6609912">
                <a:moveTo>
                  <a:pt x="1484615" y="1826397"/>
                </a:moveTo>
                <a:lnTo>
                  <a:pt x="1327521" y="2013643"/>
                </a:lnTo>
                <a:cubicBezTo>
                  <a:pt x="1312286" y="2036172"/>
                  <a:pt x="1297373" y="2058704"/>
                  <a:pt x="1282456" y="2081237"/>
                </a:cubicBezTo>
                <a:cubicBezTo>
                  <a:pt x="878139" y="2649943"/>
                  <a:pt x="833395" y="3413511"/>
                  <a:pt x="1177730" y="4019984"/>
                </a:cubicBezTo>
                <a:cubicBezTo>
                  <a:pt x="1192643" y="4050132"/>
                  <a:pt x="1207560" y="4072347"/>
                  <a:pt x="1222478" y="4102500"/>
                </a:cubicBezTo>
                <a:lnTo>
                  <a:pt x="1364654" y="4311957"/>
                </a:lnTo>
                <a:lnTo>
                  <a:pt x="1364971" y="4311957"/>
                </a:lnTo>
                <a:lnTo>
                  <a:pt x="1357352" y="3346230"/>
                </a:lnTo>
                <a:close/>
                <a:moveTo>
                  <a:pt x="4426524" y="0"/>
                </a:moveTo>
                <a:cubicBezTo>
                  <a:pt x="4721150" y="26098"/>
                  <a:pt x="5004597" y="58030"/>
                  <a:pt x="5276444" y="165956"/>
                </a:cubicBezTo>
                <a:lnTo>
                  <a:pt x="5358411" y="202136"/>
                </a:lnTo>
                <a:lnTo>
                  <a:pt x="5358411" y="1233850"/>
                </a:lnTo>
                <a:lnTo>
                  <a:pt x="5254354" y="1164041"/>
                </a:lnTo>
                <a:cubicBezTo>
                  <a:pt x="5204743" y="1133490"/>
                  <a:pt x="5153473" y="1104584"/>
                  <a:pt x="5100593" y="1077430"/>
                </a:cubicBezTo>
                <a:cubicBezTo>
                  <a:pt x="4932073" y="987460"/>
                  <a:pt x="4771091" y="935016"/>
                  <a:pt x="4617613" y="919107"/>
                </a:cubicBezTo>
                <a:cubicBezTo>
                  <a:pt x="4464126" y="903201"/>
                  <a:pt x="4318143" y="923830"/>
                  <a:pt x="4179613" y="980001"/>
                </a:cubicBezTo>
                <a:lnTo>
                  <a:pt x="4037441" y="1032364"/>
                </a:lnTo>
                <a:lnTo>
                  <a:pt x="4164705" y="1114880"/>
                </a:lnTo>
                <a:cubicBezTo>
                  <a:pt x="4602658" y="1380669"/>
                  <a:pt x="4980710" y="1696996"/>
                  <a:pt x="5296083" y="2061047"/>
                </a:cubicBezTo>
                <a:lnTo>
                  <a:pt x="5358411" y="2139241"/>
                </a:lnTo>
                <a:lnTo>
                  <a:pt x="5358411" y="4043451"/>
                </a:lnTo>
                <a:lnTo>
                  <a:pt x="5351039" y="3972217"/>
                </a:lnTo>
                <a:cubicBezTo>
                  <a:pt x="5338826" y="3864084"/>
                  <a:pt x="5319248" y="3747692"/>
                  <a:pt x="5257365" y="3584888"/>
                </a:cubicBezTo>
                <a:cubicBezTo>
                  <a:pt x="5182469" y="3390343"/>
                  <a:pt x="5107569" y="3218019"/>
                  <a:pt x="5017761" y="3060925"/>
                </a:cubicBezTo>
                <a:cubicBezTo>
                  <a:pt x="4867961" y="2791489"/>
                  <a:pt x="4665807" y="2544582"/>
                  <a:pt x="4426203" y="2334803"/>
                </a:cubicBezTo>
                <a:lnTo>
                  <a:pt x="3992055" y="1960641"/>
                </a:lnTo>
                <a:cubicBezTo>
                  <a:pt x="3730235" y="1735954"/>
                  <a:pt x="3415740" y="1563942"/>
                  <a:pt x="3011423" y="1429064"/>
                </a:cubicBezTo>
                <a:cubicBezTo>
                  <a:pt x="2955252" y="1410338"/>
                  <a:pt x="2899162" y="1404707"/>
                  <a:pt x="2844931" y="1411250"/>
                </a:cubicBezTo>
                <a:cubicBezTo>
                  <a:pt x="2790704" y="1417797"/>
                  <a:pt x="2738337" y="1436522"/>
                  <a:pt x="2689625" y="1466514"/>
                </a:cubicBezTo>
                <a:cubicBezTo>
                  <a:pt x="2472549" y="1601392"/>
                  <a:pt x="2345290" y="1923191"/>
                  <a:pt x="2307845" y="2162801"/>
                </a:cubicBezTo>
                <a:lnTo>
                  <a:pt x="2285308" y="2320207"/>
                </a:lnTo>
                <a:cubicBezTo>
                  <a:pt x="2277688" y="2432554"/>
                  <a:pt x="2262771" y="2544900"/>
                  <a:pt x="2240243" y="2649630"/>
                </a:cubicBezTo>
                <a:cubicBezTo>
                  <a:pt x="2105369" y="3413193"/>
                  <a:pt x="2127897" y="4049497"/>
                  <a:pt x="2315143" y="4603612"/>
                </a:cubicBezTo>
                <a:cubicBezTo>
                  <a:pt x="2390034" y="4813065"/>
                  <a:pt x="2554747" y="5149786"/>
                  <a:pt x="2652175" y="5337028"/>
                </a:cubicBezTo>
                <a:cubicBezTo>
                  <a:pt x="2697240" y="5426837"/>
                  <a:pt x="2764521" y="5509352"/>
                  <a:pt x="2839412" y="5576628"/>
                </a:cubicBezTo>
                <a:lnTo>
                  <a:pt x="2891784" y="5614083"/>
                </a:lnTo>
                <a:cubicBezTo>
                  <a:pt x="3004125" y="5711512"/>
                  <a:pt x="3123768" y="5779105"/>
                  <a:pt x="3258642" y="5823853"/>
                </a:cubicBezTo>
                <a:cubicBezTo>
                  <a:pt x="3378285" y="5861303"/>
                  <a:pt x="3505549" y="5883836"/>
                  <a:pt x="3632807" y="5883836"/>
                </a:cubicBezTo>
                <a:lnTo>
                  <a:pt x="3677872" y="5883836"/>
                </a:lnTo>
                <a:cubicBezTo>
                  <a:pt x="3745470" y="5876538"/>
                  <a:pt x="3820365" y="5876538"/>
                  <a:pt x="3887646" y="5868918"/>
                </a:cubicBezTo>
                <a:cubicBezTo>
                  <a:pt x="4344326" y="5839088"/>
                  <a:pt x="4808617" y="5569652"/>
                  <a:pt x="5130419" y="5157718"/>
                </a:cubicBezTo>
                <a:lnTo>
                  <a:pt x="5130102" y="5157084"/>
                </a:lnTo>
                <a:cubicBezTo>
                  <a:pt x="5234989" y="5029820"/>
                  <a:pt x="5306078" y="4883835"/>
                  <a:pt x="5345352" y="4721942"/>
                </a:cubicBezTo>
                <a:lnTo>
                  <a:pt x="5358411" y="4652900"/>
                </a:lnTo>
                <a:lnTo>
                  <a:pt x="5358411" y="6372824"/>
                </a:lnTo>
                <a:lnTo>
                  <a:pt x="5300275" y="6429563"/>
                </a:lnTo>
                <a:cubicBezTo>
                  <a:pt x="5247598" y="6477632"/>
                  <a:pt x="5193306" y="6523877"/>
                  <a:pt x="5137503" y="6568019"/>
                </a:cubicBezTo>
                <a:lnTo>
                  <a:pt x="5080297" y="6609912"/>
                </a:lnTo>
                <a:lnTo>
                  <a:pt x="2533597" y="6609912"/>
                </a:lnTo>
                <a:lnTo>
                  <a:pt x="2477820" y="6562479"/>
                </a:lnTo>
                <a:cubicBezTo>
                  <a:pt x="2401559" y="6494851"/>
                  <a:pt x="2330452" y="6426995"/>
                  <a:pt x="2263093" y="6363363"/>
                </a:cubicBezTo>
                <a:cubicBezTo>
                  <a:pt x="2150747" y="6258632"/>
                  <a:pt x="2053319" y="6168824"/>
                  <a:pt x="1963506" y="6108841"/>
                </a:cubicBezTo>
                <a:cubicBezTo>
                  <a:pt x="1222478" y="5622333"/>
                  <a:pt x="683600" y="5045690"/>
                  <a:pt x="309122" y="4357022"/>
                </a:cubicBezTo>
                <a:cubicBezTo>
                  <a:pt x="24448" y="3832742"/>
                  <a:pt x="-65361" y="3264036"/>
                  <a:pt x="46985" y="2672476"/>
                </a:cubicBezTo>
                <a:cubicBezTo>
                  <a:pt x="129178" y="2223413"/>
                  <a:pt x="249139" y="1908908"/>
                  <a:pt x="443678" y="1639477"/>
                </a:cubicBezTo>
                <a:cubicBezTo>
                  <a:pt x="937809" y="965718"/>
                  <a:pt x="1716604" y="531569"/>
                  <a:pt x="2584895" y="456678"/>
                </a:cubicBezTo>
                <a:lnTo>
                  <a:pt x="2607423" y="456678"/>
                </a:lnTo>
                <a:lnTo>
                  <a:pt x="2629960" y="441760"/>
                </a:lnTo>
                <a:cubicBezTo>
                  <a:pt x="3056488" y="52363"/>
                  <a:pt x="3715318" y="30148"/>
                  <a:pt x="4299261" y="7611"/>
                </a:cubicBezTo>
                <a:close/>
              </a:path>
            </a:pathLst>
          </a:custGeom>
          <a:solidFill>
            <a:schemeClr val="accent1">
              <a:alpha val="5000"/>
            </a:schemeClr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lvl="0"/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3E197E5-6933-0DD2-3D56-5807BFCD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13">
            <a:extLst>
              <a:ext uri="{FF2B5EF4-FFF2-40B4-BE49-F238E27FC236}">
                <a16:creationId xmlns:a16="http://schemas.microsoft.com/office/drawing/2014/main" id="{BCFF81B3-BD19-90A6-A37A-5F2C374BAE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/>
              <a:t>Overline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7B14B05-A6EF-6304-E7EC-7EC39C522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2588" y="1639889"/>
            <a:ext cx="9932987" cy="50212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B0CCC4BC-382D-F81F-0CF3-C4E85E019D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/>
          <a:p>
            <a:endParaRPr lang="de-DE" sz="900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26A6D887-E61F-C88E-9D0E-98E6BB1CFA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1694084-BCDB-4098-8BE4-7D3EDBC2CD8D}" type="slidenum">
              <a:rPr lang="de-DE" smtClean="0"/>
              <a:pPr/>
              <a:t>‹#›</a:t>
            </a:fld>
            <a:endParaRPr lang="de-DE" sz="900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FA0237C-60AB-3E0F-6DA6-4FF55B00C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0063" y="7186314"/>
            <a:ext cx="638578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lang="de-DE" sz="800" smtClean="0"/>
            </a:lvl1pPr>
          </a:lstStyle>
          <a:p>
            <a:pPr algn="r"/>
            <a:r>
              <a:rPr lang="en-GB" dirty="0"/>
              <a:t>09/09/2026</a:t>
            </a:r>
          </a:p>
        </p:txBody>
      </p:sp>
    </p:spTree>
    <p:extLst>
      <p:ext uri="{BB962C8B-B14F-4D97-AF65-F5344CB8AC3E}">
        <p14:creationId xmlns:p14="http://schemas.microsoft.com/office/powerpoint/2010/main" val="230315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8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5658112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>
            <a:extLst>
              <a:ext uri="{FF2B5EF4-FFF2-40B4-BE49-F238E27FC236}">
                <a16:creationId xmlns:a16="http://schemas.microsoft.com/office/drawing/2014/main" id="{21F8179E-D7E6-E884-5B47-A0425260F326}"/>
              </a:ext>
            </a:extLst>
          </p:cNvPr>
          <p:cNvSpPr/>
          <p:nvPr userDrawn="1"/>
        </p:nvSpPr>
        <p:spPr>
          <a:xfrm>
            <a:off x="8065827" y="0"/>
            <a:ext cx="2627573" cy="76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9035" y="2476874"/>
            <a:ext cx="7852307" cy="2324224"/>
          </a:xfrm>
        </p:spPr>
        <p:txBody>
          <a:bodyPr vert="horz" rIns="0" anchor="ctr"/>
          <a:lstStyle>
            <a:lvl1pPr algn="l" rtl="0">
              <a:lnSpc>
                <a:spcPct val="100000"/>
              </a:lnSpc>
              <a:defRPr sz="440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6829E7-506F-2E50-7075-B211F1996D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824" y="2476873"/>
            <a:ext cx="1831471" cy="2324223"/>
          </a:xfrm>
        </p:spPr>
        <p:txBody>
          <a:bodyPr anchor="ctr"/>
          <a:lstStyle>
            <a:lvl1pPr algn="ctr" rtl="0">
              <a:buNone/>
              <a:defRPr sz="11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8126FD-8A59-6875-8308-BBA68D913C44}"/>
              </a:ext>
            </a:extLst>
          </p:cNvPr>
          <p:cNvSpPr/>
          <p:nvPr userDrawn="1"/>
        </p:nvSpPr>
        <p:spPr>
          <a:xfrm>
            <a:off x="1" y="6796988"/>
            <a:ext cx="10693400" cy="76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pic>
        <p:nvPicPr>
          <p:cNvPr id="8" name="Grafik 7" descr="Ein Bild, das Typografie, Schrift, Handschrift, Grafiken enthält.&#10;&#10;KI-generierte Inhalte können fehlerhaft sein.">
            <a:extLst>
              <a:ext uri="{FF2B5EF4-FFF2-40B4-BE49-F238E27FC236}">
                <a16:creationId xmlns:a16="http://schemas.microsoft.com/office/drawing/2014/main" id="{A429897E-4DFE-780F-9EE1-69733684C6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531" y="552107"/>
            <a:ext cx="1782188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49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8374082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47FA1ABD-3E5D-A9CA-5290-8794F20F7BFA}"/>
              </a:ext>
            </a:extLst>
          </p:cNvPr>
          <p:cNvSpPr/>
          <p:nvPr userDrawn="1"/>
        </p:nvSpPr>
        <p:spPr>
          <a:xfrm>
            <a:off x="1" y="6796988"/>
            <a:ext cx="10693400" cy="764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2C5759-185D-6875-4737-3397B2A44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9035" y="2476874"/>
            <a:ext cx="7852307" cy="2324224"/>
          </a:xfrm>
        </p:spPr>
        <p:txBody>
          <a:bodyPr vert="horz" rIns="0" anchor="ctr"/>
          <a:lstStyle>
            <a:lvl1pPr algn="l" rtl="0">
              <a:lnSpc>
                <a:spcPct val="100000"/>
              </a:lnSpc>
              <a:defRPr sz="44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ACC564D-81C2-C3B9-3E33-A031791A28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824" y="2476873"/>
            <a:ext cx="1831471" cy="2324223"/>
          </a:xfrm>
        </p:spPr>
        <p:txBody>
          <a:bodyPr anchor="ctr"/>
          <a:lstStyle>
            <a:lvl1pPr algn="ctr" rtl="0">
              <a:buNone/>
              <a:defRPr sz="11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pic>
        <p:nvPicPr>
          <p:cNvPr id="13" name="Grafik 12" descr="Ein Bild, das Schrift, Typografie, Kalligrafie, Grafiken enthält.&#10;&#10;KI-generierte Inhalte können fehlerhaft sein.">
            <a:extLst>
              <a:ext uri="{FF2B5EF4-FFF2-40B4-BE49-F238E27FC236}">
                <a16:creationId xmlns:a16="http://schemas.microsoft.com/office/drawing/2014/main" id="{623C83F7-A0E2-AED6-F66E-9D46D18875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535" y="552107"/>
            <a:ext cx="1782184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65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1120389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BCE8A6F-AA5E-ECAB-B1C0-189F8B5405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0693400" cy="756144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2EEA2-E4B2-651B-F3E0-A2B5853A6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9035" y="2476874"/>
            <a:ext cx="7852307" cy="2324224"/>
          </a:xfrm>
        </p:spPr>
        <p:txBody>
          <a:bodyPr vert="horz" rIns="0" anchor="ctr"/>
          <a:lstStyle>
            <a:lvl1pPr algn="l" rtl="0">
              <a:lnSpc>
                <a:spcPct val="100000"/>
              </a:lnSpc>
              <a:defRPr sz="44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3692E81-54AB-6569-3A2F-580E76E51D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824" y="2476873"/>
            <a:ext cx="1831471" cy="2324223"/>
          </a:xfrm>
        </p:spPr>
        <p:txBody>
          <a:bodyPr anchor="ctr"/>
          <a:lstStyle>
            <a:lvl1pPr algn="ctr" rtl="0">
              <a:buNone/>
              <a:defRPr sz="11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A3EC1F1D-ED9D-79A6-F074-DA8702097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3600" y="140400"/>
            <a:ext cx="2185200" cy="1324800"/>
          </a:xfr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8052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685A2B-A3A4-E297-EC04-D8A8E8F17F9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913514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685A2B-A3A4-E297-EC04-D8A8E8F17F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9E749A84-0041-C564-13FF-E8A01FF95018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DD31243-E6CB-0995-7333-CA9A3489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2594" y="6996093"/>
            <a:ext cx="9936000" cy="1587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de-DE" sz="900" cap="none" baseline="0" smtClean="0"/>
            </a:lvl1pPr>
          </a:lstStyle>
          <a:p>
            <a:pPr marL="180000" indent="-180000" defTabSz="914400">
              <a:lnSpc>
                <a:spcPct val="120000"/>
              </a:lnSpc>
              <a:buFont typeface="Cadiz" pitchFamily="2" charset="0"/>
              <a:buNone/>
            </a:pPr>
            <a:r>
              <a:rPr lang="en-GB" dirty="0"/>
              <a:t>1)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6998A82B-ED8F-5C9C-2095-572E6B82FD7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2594" y="7186684"/>
            <a:ext cx="2768600" cy="1584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cap="none" baseline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de-DE" sz="1800" dirty="0"/>
            </a:lvl5pPr>
          </a:lstStyle>
          <a:p>
            <a:pPr lvl="0">
              <a:lnSpc>
                <a:spcPct val="120000"/>
              </a:lnSpc>
              <a:buFont typeface="Cadiz" pitchFamily="2" charset="0"/>
              <a:buNone/>
            </a:pPr>
            <a:r>
              <a:rPr lang="en-US" dirty="0"/>
              <a:t>Quelle:</a:t>
            </a:r>
            <a:endParaRPr lang="de-DE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FC9F0C0-1A6A-F35F-CE0C-A9F9FADA3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0063" y="7186314"/>
            <a:ext cx="638578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lang="de-DE" sz="800" smtClean="0"/>
            </a:lvl1pPr>
          </a:lstStyle>
          <a:p>
            <a:pPr algn="r"/>
            <a:r>
              <a:rPr lang="en-GB" dirty="0"/>
              <a:t>09/09/2026</a:t>
            </a:r>
          </a:p>
        </p:txBody>
      </p:sp>
    </p:spTree>
    <p:extLst>
      <p:ext uri="{BB962C8B-B14F-4D97-AF65-F5344CB8AC3E}">
        <p14:creationId xmlns:p14="http://schemas.microsoft.com/office/powerpoint/2010/main" val="1427961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6335182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066F227E-BDC0-3E33-ACFE-3199805B60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600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D06DA92-5A2A-8DF4-6B4E-2D3151B8738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67AA41-E86A-33B6-B0DC-ABAD5F1B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12653648-A50B-ED1E-8D25-2287E46D20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E1F46DB-AA77-8060-42B1-615025C20CA1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A0AB4B2-DEBC-53E7-C1C3-6251697DD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595" y="1639888"/>
            <a:ext cx="9932980" cy="5009483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4AFA39F4-6F4D-4439-A4BA-D4365629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2594" y="6996093"/>
            <a:ext cx="9936000" cy="1587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de-DE" sz="900" cap="none" baseline="0" smtClean="0"/>
            </a:lvl1pPr>
          </a:lstStyle>
          <a:p>
            <a:pPr marL="180000" indent="-180000" defTabSz="914400">
              <a:lnSpc>
                <a:spcPct val="120000"/>
              </a:lnSpc>
              <a:buFont typeface="Cadiz" pitchFamily="2" charset="0"/>
              <a:buNone/>
            </a:pPr>
            <a:r>
              <a:rPr lang="en-GB" dirty="0"/>
              <a:t>1)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7CFE4D45-C07A-2BDE-2A6C-DECA5E128B9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82594" y="7186684"/>
            <a:ext cx="2768600" cy="1584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cap="none" baseline="0" smtClean="0"/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de-DE" sz="1800" dirty="0"/>
            </a:lvl5pPr>
          </a:lstStyle>
          <a:p>
            <a:pPr lvl="0">
              <a:lnSpc>
                <a:spcPct val="120000"/>
              </a:lnSpc>
              <a:buFont typeface="Cadiz" pitchFamily="2" charset="0"/>
              <a:buNone/>
            </a:pPr>
            <a:r>
              <a:rPr lang="en-US" dirty="0"/>
              <a:t>Quelle:</a:t>
            </a:r>
            <a:endParaRPr lang="de-DE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3A1B262-C644-DD31-4796-4C1C09FF1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0063" y="7186314"/>
            <a:ext cx="638578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lang="de-DE" sz="800" smtClean="0"/>
            </a:lvl1pPr>
          </a:lstStyle>
          <a:p>
            <a:pPr algn="r"/>
            <a:r>
              <a:rPr lang="en-GB" dirty="0"/>
              <a:t>09/09/2026</a:t>
            </a:r>
          </a:p>
        </p:txBody>
      </p:sp>
    </p:spTree>
    <p:extLst>
      <p:ext uri="{BB962C8B-B14F-4D97-AF65-F5344CB8AC3E}">
        <p14:creationId xmlns:p14="http://schemas.microsoft.com/office/powerpoint/2010/main" val="1494065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91030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2A345D4-9A3B-F85F-2992-C8CB9AAB04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1600" y="1639888"/>
            <a:ext cx="4770433" cy="5004751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6">
            <a:extLst>
              <a:ext uri="{FF2B5EF4-FFF2-40B4-BE49-F238E27FC236}">
                <a16:creationId xmlns:a16="http://schemas.microsoft.com/office/drawing/2014/main" id="{62667965-6700-179A-BABB-2787FEC2325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45184" y="1639888"/>
            <a:ext cx="4770433" cy="5004751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F13A74-CD48-149F-93FB-33809E2F4A6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 algn="r"/>
            <a:fld id="{B4C1F28E-9225-4B30-B8A3-227476F5191A}" type="datetime1">
              <a:rPr lang="de-DE" smtClean="0"/>
              <a:t>07.09.2026</a:t>
            </a:fld>
            <a:endParaRPr lang="de-DE" sz="9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FC8645-3562-E0A8-F2E7-0C6C50DB9A9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/>
          <a:p>
            <a:endParaRPr lang="de-DE" sz="90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3B455C-01E7-F1CE-B2AB-FE76622F9E5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1694084-BCDB-4098-8BE4-7D3EDBC2CD8D}" type="slidenum">
              <a:rPr lang="de-DE" smtClean="0"/>
              <a:pPr/>
              <a:t>‹#›</a:t>
            </a:fld>
            <a:endParaRPr lang="de-DE" sz="9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33D7A3C-C592-F6DB-582B-D9DF40CC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95" y="539750"/>
            <a:ext cx="9340526" cy="649288"/>
          </a:xfrm>
        </p:spPr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CA820119-A5EA-6A2A-4582-ED4FCAE167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3" name="Textplatzhalter 13">
            <a:extLst>
              <a:ext uri="{FF2B5EF4-FFF2-40B4-BE49-F238E27FC236}">
                <a16:creationId xmlns:a16="http://schemas.microsoft.com/office/drawing/2014/main" id="{C41E12C1-E59B-4177-3B2C-DCE79B95CB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1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8EE466D-A403-4103-60F6-2435A77E491F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34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55" userDrawn="1">
          <p15:clr>
            <a:srgbClr val="A4A3A4"/>
          </p15:clr>
        </p15:guide>
        <p15:guide id="3" pos="3481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0528526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2A345D4-9A3B-F85F-2992-C8CB9AAB04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2594" y="1639888"/>
            <a:ext cx="3192583" cy="5021261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66FE18D4-E44B-EBAC-7642-41DBD98B145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52793" y="1639888"/>
            <a:ext cx="3192583" cy="5021261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6B46EF49-52E9-FB64-1263-DB7A8DE85A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2992" y="1639888"/>
            <a:ext cx="3192583" cy="5021261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604FEAD-DDAD-557C-F9B6-073AE7B8F9B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rtl="0">
              <a:defRPr/>
            </a:lvl1pPr>
          </a:lstStyle>
          <a:p>
            <a:pPr algn="r"/>
            <a:fld id="{6A15BAE7-C432-4B65-B875-EF9154EE48CF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D43DC5E-3733-1264-1E3B-475E065A5F4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78D8B44-3A63-4F27-E60B-EB2B9786FE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87BEEC9-FB69-6A97-8211-7DFF9E74851E}"/>
              </a:ext>
            </a:extLst>
          </p:cNvPr>
          <p:cNvSpPr/>
          <p:nvPr userDrawn="1"/>
        </p:nvSpPr>
        <p:spPr>
          <a:xfrm>
            <a:off x="9867014" y="138223"/>
            <a:ext cx="637953" cy="490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7C60A67B-1305-207F-6FAE-9D10FE246787}"/>
              </a:ext>
            </a:extLst>
          </p:cNvPr>
          <p:cNvSpPr/>
          <p:nvPr userDrawn="1"/>
        </p:nvSpPr>
        <p:spPr>
          <a:xfrm>
            <a:off x="10002286" y="233154"/>
            <a:ext cx="372734" cy="369519"/>
          </a:xfrm>
          <a:custGeom>
            <a:avLst/>
            <a:gdLst>
              <a:gd name="csX0" fmla="*/ 332205 w 1600294"/>
              <a:gd name="csY0" fmla="*/ 408682 h 1586485"/>
              <a:gd name="csX1" fmla="*/ 297053 w 1600294"/>
              <a:gd name="csY1" fmla="*/ 450581 h 1586485"/>
              <a:gd name="csX2" fmla="*/ 286969 w 1600294"/>
              <a:gd name="csY2" fmla="*/ 465706 h 1586485"/>
              <a:gd name="csX3" fmla="*/ 263535 w 1600294"/>
              <a:gd name="csY3" fmla="*/ 899528 h 1586485"/>
              <a:gd name="csX4" fmla="*/ 273548 w 1600294"/>
              <a:gd name="csY4" fmla="*/ 917992 h 1586485"/>
              <a:gd name="csX5" fmla="*/ 305362 w 1600294"/>
              <a:gd name="csY5" fmla="*/ 964861 h 1586485"/>
              <a:gd name="csX6" fmla="*/ 305433 w 1600294"/>
              <a:gd name="csY6" fmla="*/ 964861 h 1586485"/>
              <a:gd name="csX7" fmla="*/ 303728 w 1600294"/>
              <a:gd name="csY7" fmla="*/ 748766 h 1586485"/>
              <a:gd name="csX8" fmla="*/ 636596 w 1600294"/>
              <a:gd name="csY8" fmla="*/ 315787 h 1586485"/>
              <a:gd name="csX9" fmla="*/ 601844 w 1600294"/>
              <a:gd name="csY9" fmla="*/ 328153 h 1586485"/>
              <a:gd name="csX10" fmla="*/ 516415 w 1600294"/>
              <a:gd name="csY10" fmla="*/ 483957 h 1586485"/>
              <a:gd name="csX11" fmla="*/ 511372 w 1600294"/>
              <a:gd name="csY11" fmla="*/ 519179 h 1586485"/>
              <a:gd name="csX12" fmla="*/ 501288 w 1600294"/>
              <a:gd name="csY12" fmla="*/ 592892 h 1586485"/>
              <a:gd name="csX13" fmla="*/ 518048 w 1600294"/>
              <a:gd name="csY13" fmla="*/ 1030123 h 1586485"/>
              <a:gd name="csX14" fmla="*/ 593464 w 1600294"/>
              <a:gd name="csY14" fmla="*/ 1194235 h 1586485"/>
              <a:gd name="csX15" fmla="*/ 635361 w 1600294"/>
              <a:gd name="csY15" fmla="*/ 1247849 h 1586485"/>
              <a:gd name="csX16" fmla="*/ 647080 w 1600294"/>
              <a:gd name="csY16" fmla="*/ 1256230 h 1586485"/>
              <a:gd name="csX17" fmla="*/ 729170 w 1600294"/>
              <a:gd name="csY17" fmla="*/ 1303169 h 1586485"/>
              <a:gd name="csX18" fmla="*/ 812895 w 1600294"/>
              <a:gd name="csY18" fmla="*/ 1316591 h 1586485"/>
              <a:gd name="csX19" fmla="*/ 822979 w 1600294"/>
              <a:gd name="csY19" fmla="*/ 1316591 h 1586485"/>
              <a:gd name="csX20" fmla="*/ 869919 w 1600294"/>
              <a:gd name="csY20" fmla="*/ 1313253 h 1586485"/>
              <a:gd name="csX21" fmla="*/ 1148008 w 1600294"/>
              <a:gd name="csY21" fmla="*/ 1154112 h 1586485"/>
              <a:gd name="csX22" fmla="*/ 1147937 w 1600294"/>
              <a:gd name="csY22" fmla="*/ 1153970 h 1586485"/>
              <a:gd name="csX23" fmla="*/ 1201553 w 1600294"/>
              <a:gd name="csY23" fmla="*/ 937875 h 1586485"/>
              <a:gd name="csX24" fmla="*/ 1199848 w 1600294"/>
              <a:gd name="csY24" fmla="*/ 912736 h 1586485"/>
              <a:gd name="csX25" fmla="*/ 1176414 w 1600294"/>
              <a:gd name="csY25" fmla="*/ 802169 h 1586485"/>
              <a:gd name="csX26" fmla="*/ 1122799 w 1600294"/>
              <a:gd name="csY26" fmla="*/ 684925 h 1586485"/>
              <a:gd name="csX27" fmla="*/ 990429 w 1600294"/>
              <a:gd name="csY27" fmla="*/ 522445 h 1586485"/>
              <a:gd name="csX28" fmla="*/ 893282 w 1600294"/>
              <a:gd name="csY28" fmla="*/ 438721 h 1586485"/>
              <a:gd name="csX29" fmla="*/ 673851 w 1600294"/>
              <a:gd name="csY29" fmla="*/ 319773 h 1586485"/>
              <a:gd name="csX30" fmla="*/ 636596 w 1600294"/>
              <a:gd name="csY30" fmla="*/ 315787 h 1586485"/>
              <a:gd name="csX31" fmla="*/ 1033260 w 1600294"/>
              <a:gd name="csY31" fmla="*/ 205663 h 1586485"/>
              <a:gd name="csX32" fmla="*/ 935251 w 1600294"/>
              <a:gd name="csY32" fmla="*/ 219289 h 1586485"/>
              <a:gd name="csX33" fmla="*/ 903438 w 1600294"/>
              <a:gd name="csY33" fmla="*/ 231006 h 1586485"/>
              <a:gd name="csX34" fmla="*/ 931915 w 1600294"/>
              <a:gd name="csY34" fmla="*/ 249470 h 1586485"/>
              <a:gd name="csX35" fmla="*/ 1354089 w 1600294"/>
              <a:gd name="csY35" fmla="*/ 736979 h 1586485"/>
              <a:gd name="csX36" fmla="*/ 1374186 w 1600294"/>
              <a:gd name="csY36" fmla="*/ 785551 h 1586485"/>
              <a:gd name="csX37" fmla="*/ 1385904 w 1600294"/>
              <a:gd name="csY37" fmla="*/ 733641 h 1586485"/>
              <a:gd name="csX38" fmla="*/ 1385904 w 1600294"/>
              <a:gd name="csY38" fmla="*/ 733569 h 1586485"/>
              <a:gd name="csX39" fmla="*/ 1141334 w 1600294"/>
              <a:gd name="csY39" fmla="*/ 241090 h 1586485"/>
              <a:gd name="csX40" fmla="*/ 1033260 w 1600294"/>
              <a:gd name="csY40" fmla="*/ 205663 h 1586485"/>
              <a:gd name="csX41" fmla="*/ 990501 w 1600294"/>
              <a:gd name="csY41" fmla="*/ 0 h 1586485"/>
              <a:gd name="csX42" fmla="*/ 1206594 w 1600294"/>
              <a:gd name="csY42" fmla="*/ 48572 h 1586485"/>
              <a:gd name="csX43" fmla="*/ 1206594 w 1600294"/>
              <a:gd name="csY43" fmla="*/ 48643 h 1586485"/>
              <a:gd name="csX44" fmla="*/ 1600294 w 1600294"/>
              <a:gd name="csY44" fmla="*/ 633298 h 1586485"/>
              <a:gd name="csX45" fmla="*/ 1354019 w 1600294"/>
              <a:gd name="csY45" fmla="*/ 1214544 h 1586485"/>
              <a:gd name="csX46" fmla="*/ 747634 w 1600294"/>
              <a:gd name="csY46" fmla="*/ 1576358 h 1586485"/>
              <a:gd name="csX47" fmla="*/ 506401 w 1600294"/>
              <a:gd name="csY47" fmla="*/ 1423892 h 1586485"/>
              <a:gd name="csX48" fmla="*/ 439364 w 1600294"/>
              <a:gd name="csY48" fmla="*/ 1366939 h 1586485"/>
              <a:gd name="csX49" fmla="*/ 69171 w 1600294"/>
              <a:gd name="csY49" fmla="*/ 974945 h 1586485"/>
              <a:gd name="csX50" fmla="*/ 10514 w 1600294"/>
              <a:gd name="csY50" fmla="*/ 598004 h 1586485"/>
              <a:gd name="csX51" fmla="*/ 99280 w 1600294"/>
              <a:gd name="csY51" fmla="*/ 366856 h 1586485"/>
              <a:gd name="csX52" fmla="*/ 578409 w 1600294"/>
              <a:gd name="csY52" fmla="*/ 102188 h 1586485"/>
              <a:gd name="csX53" fmla="*/ 583450 w 1600294"/>
              <a:gd name="csY53" fmla="*/ 102188 h 1586485"/>
              <a:gd name="csX54" fmla="*/ 588493 w 1600294"/>
              <a:gd name="csY54" fmla="*/ 98850 h 1586485"/>
              <a:gd name="csX55" fmla="*/ 962024 w 1600294"/>
              <a:gd name="csY55" fmla="*/ 1703 h 1586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600294" h="1586485">
                <a:moveTo>
                  <a:pt x="332205" y="408682"/>
                </a:moveTo>
                <a:lnTo>
                  <a:pt x="297053" y="450581"/>
                </a:lnTo>
                <a:cubicBezTo>
                  <a:pt x="293644" y="455622"/>
                  <a:pt x="290307" y="460664"/>
                  <a:pt x="286969" y="465706"/>
                </a:cubicBezTo>
                <a:cubicBezTo>
                  <a:pt x="196497" y="592962"/>
                  <a:pt x="186485" y="763821"/>
                  <a:pt x="263535" y="899528"/>
                </a:cubicBezTo>
                <a:cubicBezTo>
                  <a:pt x="266872" y="906274"/>
                  <a:pt x="270210" y="911245"/>
                  <a:pt x="273548" y="917992"/>
                </a:cubicBezTo>
                <a:lnTo>
                  <a:pt x="305362" y="964861"/>
                </a:lnTo>
                <a:lnTo>
                  <a:pt x="305433" y="964861"/>
                </a:lnTo>
                <a:lnTo>
                  <a:pt x="303728" y="748766"/>
                </a:lnTo>
                <a:close/>
                <a:moveTo>
                  <a:pt x="636596" y="315787"/>
                </a:moveTo>
                <a:cubicBezTo>
                  <a:pt x="624462" y="317252"/>
                  <a:pt x="612744" y="321442"/>
                  <a:pt x="601844" y="328153"/>
                </a:cubicBezTo>
                <a:cubicBezTo>
                  <a:pt x="553270" y="358334"/>
                  <a:pt x="524794" y="430341"/>
                  <a:pt x="516415" y="483957"/>
                </a:cubicBezTo>
                <a:lnTo>
                  <a:pt x="511372" y="519179"/>
                </a:lnTo>
                <a:cubicBezTo>
                  <a:pt x="509667" y="544318"/>
                  <a:pt x="506329" y="569457"/>
                  <a:pt x="501288" y="592892"/>
                </a:cubicBezTo>
                <a:cubicBezTo>
                  <a:pt x="471108" y="763750"/>
                  <a:pt x="476149" y="906132"/>
                  <a:pt x="518048" y="1030123"/>
                </a:cubicBezTo>
                <a:cubicBezTo>
                  <a:pt x="534806" y="1076991"/>
                  <a:pt x="571663" y="1152337"/>
                  <a:pt x="593464" y="1194235"/>
                </a:cubicBezTo>
                <a:cubicBezTo>
                  <a:pt x="603548" y="1214331"/>
                  <a:pt x="618603" y="1232795"/>
                  <a:pt x="635361" y="1247849"/>
                </a:cubicBezTo>
                <a:lnTo>
                  <a:pt x="647080" y="1256230"/>
                </a:lnTo>
                <a:cubicBezTo>
                  <a:pt x="672218" y="1278031"/>
                  <a:pt x="698990" y="1293156"/>
                  <a:pt x="729170" y="1303169"/>
                </a:cubicBezTo>
                <a:cubicBezTo>
                  <a:pt x="755942" y="1311549"/>
                  <a:pt x="784419" y="1316591"/>
                  <a:pt x="812895" y="1316591"/>
                </a:cubicBezTo>
                <a:lnTo>
                  <a:pt x="822979" y="1316591"/>
                </a:lnTo>
                <a:cubicBezTo>
                  <a:pt x="838105" y="1314958"/>
                  <a:pt x="854864" y="1314958"/>
                  <a:pt x="869919" y="1313253"/>
                </a:cubicBezTo>
                <a:cubicBezTo>
                  <a:pt x="972108" y="1306578"/>
                  <a:pt x="1076000" y="1246288"/>
                  <a:pt x="1148008" y="1154112"/>
                </a:cubicBezTo>
                <a:lnTo>
                  <a:pt x="1147937" y="1153970"/>
                </a:lnTo>
                <a:cubicBezTo>
                  <a:pt x="1194877" y="1097016"/>
                  <a:pt x="1211566" y="1023305"/>
                  <a:pt x="1201553" y="937875"/>
                </a:cubicBezTo>
                <a:cubicBezTo>
                  <a:pt x="1201553" y="929496"/>
                  <a:pt x="1199848" y="921117"/>
                  <a:pt x="1199848" y="912736"/>
                </a:cubicBezTo>
                <a:cubicBezTo>
                  <a:pt x="1196511" y="880852"/>
                  <a:pt x="1194877" y="850742"/>
                  <a:pt x="1176414" y="802169"/>
                </a:cubicBezTo>
                <a:cubicBezTo>
                  <a:pt x="1159655" y="758637"/>
                  <a:pt x="1142895" y="720077"/>
                  <a:pt x="1122799" y="684925"/>
                </a:cubicBezTo>
                <a:cubicBezTo>
                  <a:pt x="1089279" y="624635"/>
                  <a:pt x="1044044" y="569386"/>
                  <a:pt x="990429" y="522445"/>
                </a:cubicBezTo>
                <a:lnTo>
                  <a:pt x="893282" y="438721"/>
                </a:lnTo>
                <a:cubicBezTo>
                  <a:pt x="834696" y="388444"/>
                  <a:pt x="764323" y="349954"/>
                  <a:pt x="673851" y="319773"/>
                </a:cubicBezTo>
                <a:cubicBezTo>
                  <a:pt x="661282" y="315583"/>
                  <a:pt x="648731" y="314323"/>
                  <a:pt x="636596" y="315787"/>
                </a:cubicBezTo>
                <a:close/>
                <a:moveTo>
                  <a:pt x="1033260" y="205663"/>
                </a:moveTo>
                <a:cubicBezTo>
                  <a:pt x="998915" y="202104"/>
                  <a:pt x="966249" y="206720"/>
                  <a:pt x="935251" y="219289"/>
                </a:cubicBezTo>
                <a:lnTo>
                  <a:pt x="903438" y="231006"/>
                </a:lnTo>
                <a:lnTo>
                  <a:pt x="931915" y="249470"/>
                </a:lnTo>
                <a:cubicBezTo>
                  <a:pt x="1127912" y="368418"/>
                  <a:pt x="1270294" y="532601"/>
                  <a:pt x="1354089" y="736979"/>
                </a:cubicBezTo>
                <a:lnTo>
                  <a:pt x="1374186" y="785551"/>
                </a:lnTo>
                <a:lnTo>
                  <a:pt x="1385904" y="733641"/>
                </a:lnTo>
                <a:lnTo>
                  <a:pt x="1385904" y="733569"/>
                </a:lnTo>
                <a:cubicBezTo>
                  <a:pt x="1427802" y="535939"/>
                  <a:pt x="1330656" y="338307"/>
                  <a:pt x="1141334" y="241090"/>
                </a:cubicBezTo>
                <a:cubicBezTo>
                  <a:pt x="1103625" y="220958"/>
                  <a:pt x="1067603" y="209223"/>
                  <a:pt x="1033260" y="205663"/>
                </a:cubicBezTo>
                <a:close/>
                <a:moveTo>
                  <a:pt x="990501" y="0"/>
                </a:moveTo>
                <a:cubicBezTo>
                  <a:pt x="1065846" y="6674"/>
                  <a:pt x="1137924" y="15053"/>
                  <a:pt x="1206594" y="48572"/>
                </a:cubicBezTo>
                <a:lnTo>
                  <a:pt x="1206594" y="48643"/>
                </a:lnTo>
                <a:cubicBezTo>
                  <a:pt x="1434478" y="155874"/>
                  <a:pt x="1585239" y="382052"/>
                  <a:pt x="1600294" y="633298"/>
                </a:cubicBezTo>
                <a:cubicBezTo>
                  <a:pt x="1576788" y="849393"/>
                  <a:pt x="1494697" y="1043686"/>
                  <a:pt x="1354019" y="1214544"/>
                </a:cubicBezTo>
                <a:cubicBezTo>
                  <a:pt x="1248493" y="1428934"/>
                  <a:pt x="1014005" y="1635016"/>
                  <a:pt x="747634" y="1576358"/>
                </a:cubicBezTo>
                <a:cubicBezTo>
                  <a:pt x="640404" y="1552924"/>
                  <a:pt x="566691" y="1480846"/>
                  <a:pt x="506401" y="1423892"/>
                </a:cubicBezTo>
                <a:cubicBezTo>
                  <a:pt x="481262" y="1400457"/>
                  <a:pt x="459461" y="1380361"/>
                  <a:pt x="439364" y="1366939"/>
                </a:cubicBezTo>
                <a:cubicBezTo>
                  <a:pt x="273548" y="1258076"/>
                  <a:pt x="152966" y="1129044"/>
                  <a:pt x="69171" y="974945"/>
                </a:cubicBezTo>
                <a:cubicBezTo>
                  <a:pt x="5471" y="857630"/>
                  <a:pt x="-14625" y="730374"/>
                  <a:pt x="10514" y="598004"/>
                </a:cubicBezTo>
                <a:cubicBezTo>
                  <a:pt x="28906" y="497520"/>
                  <a:pt x="55749" y="427145"/>
                  <a:pt x="99280" y="366856"/>
                </a:cubicBezTo>
                <a:cubicBezTo>
                  <a:pt x="209849" y="216093"/>
                  <a:pt x="384116" y="118946"/>
                  <a:pt x="578409" y="102188"/>
                </a:cubicBezTo>
                <a:lnTo>
                  <a:pt x="583450" y="102188"/>
                </a:lnTo>
                <a:lnTo>
                  <a:pt x="588493" y="98850"/>
                </a:lnTo>
                <a:cubicBezTo>
                  <a:pt x="683935" y="11717"/>
                  <a:pt x="831358" y="6746"/>
                  <a:pt x="962024" y="1703"/>
                </a:cubicBezTo>
                <a:close/>
              </a:path>
            </a:pathLst>
          </a:custGeom>
          <a:solidFill>
            <a:schemeClr val="accent1"/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27E07F-CA65-7DF9-AC12-E3A85CEE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D245B85-39B7-84CA-2FCA-D222320C1A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4FBE60AE-1535-FBEF-B9FB-9776FB6817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1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34C6158-D9DB-875C-A99C-621D44443451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5D454AA-E57B-BC24-5664-C1C70BA5C393}"/>
              </a:ext>
            </a:extLst>
          </p:cNvPr>
          <p:cNvCxnSpPr>
            <a:cxnSpLocks/>
          </p:cNvCxnSpPr>
          <p:nvPr userDrawn="1"/>
        </p:nvCxnSpPr>
        <p:spPr>
          <a:xfrm>
            <a:off x="-2798379" y="1480274"/>
            <a:ext cx="243577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120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64" userDrawn="1">
          <p15:clr>
            <a:srgbClr val="A4A3A4"/>
          </p15:clr>
        </p15:guide>
        <p15:guide id="2" pos="2257" userDrawn="1">
          <p15:clr>
            <a:srgbClr val="A4A3A4"/>
          </p15:clr>
        </p15:guide>
        <p15:guide id="3" pos="4380" userDrawn="1">
          <p15:clr>
            <a:srgbClr val="A4A3A4"/>
          </p15:clr>
        </p15:guide>
        <p15:guide id="4" pos="4479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0528526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2A345D4-9A3B-F85F-2992-C8CB9AAB04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2594" y="2131719"/>
            <a:ext cx="3192583" cy="4529430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66FE18D4-E44B-EBAC-7642-41DBD98B145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52793" y="2131719"/>
            <a:ext cx="3192583" cy="4529430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6B46EF49-52E9-FB64-1263-DB7A8DE85A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2992" y="2131719"/>
            <a:ext cx="3192583" cy="4529430"/>
          </a:xfrm>
        </p:spPr>
        <p:txBody>
          <a:bodyPr/>
          <a:lstStyle>
            <a:lvl1pPr rtl="0">
              <a:defRPr sz="1400"/>
            </a:lvl1pPr>
            <a:lvl2pPr rtl="0">
              <a:defRPr sz="1400"/>
            </a:lvl2pPr>
            <a:lvl3pPr rtl="0">
              <a:defRPr sz="1400"/>
            </a:lvl3pPr>
            <a:lvl4pPr rtl="0">
              <a:defRPr sz="1400"/>
            </a:lvl4pPr>
            <a:lvl5pPr rtl="0"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604FEAD-DDAD-557C-F9B6-073AE7B8F9B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rtl="0">
              <a:defRPr/>
            </a:lvl1pPr>
          </a:lstStyle>
          <a:p>
            <a:pPr algn="r"/>
            <a:fld id="{1DA81642-E827-41A8-803E-EF97D75C6B9E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D43DC5E-3733-1264-1E3B-475E065A5F4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78D8B44-3A63-4F27-E60B-EB2B9786FE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87BEEC9-FB69-6A97-8211-7DFF9E74851E}"/>
              </a:ext>
            </a:extLst>
          </p:cNvPr>
          <p:cNvSpPr/>
          <p:nvPr userDrawn="1"/>
        </p:nvSpPr>
        <p:spPr>
          <a:xfrm>
            <a:off x="9867014" y="138223"/>
            <a:ext cx="637953" cy="490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7C60A67B-1305-207F-6FAE-9D10FE246787}"/>
              </a:ext>
            </a:extLst>
          </p:cNvPr>
          <p:cNvSpPr/>
          <p:nvPr userDrawn="1"/>
        </p:nvSpPr>
        <p:spPr>
          <a:xfrm>
            <a:off x="10002286" y="233154"/>
            <a:ext cx="372734" cy="369519"/>
          </a:xfrm>
          <a:custGeom>
            <a:avLst/>
            <a:gdLst>
              <a:gd name="csX0" fmla="*/ 332205 w 1600294"/>
              <a:gd name="csY0" fmla="*/ 408682 h 1586485"/>
              <a:gd name="csX1" fmla="*/ 297053 w 1600294"/>
              <a:gd name="csY1" fmla="*/ 450581 h 1586485"/>
              <a:gd name="csX2" fmla="*/ 286969 w 1600294"/>
              <a:gd name="csY2" fmla="*/ 465706 h 1586485"/>
              <a:gd name="csX3" fmla="*/ 263535 w 1600294"/>
              <a:gd name="csY3" fmla="*/ 899528 h 1586485"/>
              <a:gd name="csX4" fmla="*/ 273548 w 1600294"/>
              <a:gd name="csY4" fmla="*/ 917992 h 1586485"/>
              <a:gd name="csX5" fmla="*/ 305362 w 1600294"/>
              <a:gd name="csY5" fmla="*/ 964861 h 1586485"/>
              <a:gd name="csX6" fmla="*/ 305433 w 1600294"/>
              <a:gd name="csY6" fmla="*/ 964861 h 1586485"/>
              <a:gd name="csX7" fmla="*/ 303728 w 1600294"/>
              <a:gd name="csY7" fmla="*/ 748766 h 1586485"/>
              <a:gd name="csX8" fmla="*/ 636596 w 1600294"/>
              <a:gd name="csY8" fmla="*/ 315787 h 1586485"/>
              <a:gd name="csX9" fmla="*/ 601844 w 1600294"/>
              <a:gd name="csY9" fmla="*/ 328153 h 1586485"/>
              <a:gd name="csX10" fmla="*/ 516415 w 1600294"/>
              <a:gd name="csY10" fmla="*/ 483957 h 1586485"/>
              <a:gd name="csX11" fmla="*/ 511372 w 1600294"/>
              <a:gd name="csY11" fmla="*/ 519179 h 1586485"/>
              <a:gd name="csX12" fmla="*/ 501288 w 1600294"/>
              <a:gd name="csY12" fmla="*/ 592892 h 1586485"/>
              <a:gd name="csX13" fmla="*/ 518048 w 1600294"/>
              <a:gd name="csY13" fmla="*/ 1030123 h 1586485"/>
              <a:gd name="csX14" fmla="*/ 593464 w 1600294"/>
              <a:gd name="csY14" fmla="*/ 1194235 h 1586485"/>
              <a:gd name="csX15" fmla="*/ 635361 w 1600294"/>
              <a:gd name="csY15" fmla="*/ 1247849 h 1586485"/>
              <a:gd name="csX16" fmla="*/ 647080 w 1600294"/>
              <a:gd name="csY16" fmla="*/ 1256230 h 1586485"/>
              <a:gd name="csX17" fmla="*/ 729170 w 1600294"/>
              <a:gd name="csY17" fmla="*/ 1303169 h 1586485"/>
              <a:gd name="csX18" fmla="*/ 812895 w 1600294"/>
              <a:gd name="csY18" fmla="*/ 1316591 h 1586485"/>
              <a:gd name="csX19" fmla="*/ 822979 w 1600294"/>
              <a:gd name="csY19" fmla="*/ 1316591 h 1586485"/>
              <a:gd name="csX20" fmla="*/ 869919 w 1600294"/>
              <a:gd name="csY20" fmla="*/ 1313253 h 1586485"/>
              <a:gd name="csX21" fmla="*/ 1148008 w 1600294"/>
              <a:gd name="csY21" fmla="*/ 1154112 h 1586485"/>
              <a:gd name="csX22" fmla="*/ 1147937 w 1600294"/>
              <a:gd name="csY22" fmla="*/ 1153970 h 1586485"/>
              <a:gd name="csX23" fmla="*/ 1201553 w 1600294"/>
              <a:gd name="csY23" fmla="*/ 937875 h 1586485"/>
              <a:gd name="csX24" fmla="*/ 1199848 w 1600294"/>
              <a:gd name="csY24" fmla="*/ 912736 h 1586485"/>
              <a:gd name="csX25" fmla="*/ 1176414 w 1600294"/>
              <a:gd name="csY25" fmla="*/ 802169 h 1586485"/>
              <a:gd name="csX26" fmla="*/ 1122799 w 1600294"/>
              <a:gd name="csY26" fmla="*/ 684925 h 1586485"/>
              <a:gd name="csX27" fmla="*/ 990429 w 1600294"/>
              <a:gd name="csY27" fmla="*/ 522445 h 1586485"/>
              <a:gd name="csX28" fmla="*/ 893282 w 1600294"/>
              <a:gd name="csY28" fmla="*/ 438721 h 1586485"/>
              <a:gd name="csX29" fmla="*/ 673851 w 1600294"/>
              <a:gd name="csY29" fmla="*/ 319773 h 1586485"/>
              <a:gd name="csX30" fmla="*/ 636596 w 1600294"/>
              <a:gd name="csY30" fmla="*/ 315787 h 1586485"/>
              <a:gd name="csX31" fmla="*/ 1033260 w 1600294"/>
              <a:gd name="csY31" fmla="*/ 205663 h 1586485"/>
              <a:gd name="csX32" fmla="*/ 935251 w 1600294"/>
              <a:gd name="csY32" fmla="*/ 219289 h 1586485"/>
              <a:gd name="csX33" fmla="*/ 903438 w 1600294"/>
              <a:gd name="csY33" fmla="*/ 231006 h 1586485"/>
              <a:gd name="csX34" fmla="*/ 931915 w 1600294"/>
              <a:gd name="csY34" fmla="*/ 249470 h 1586485"/>
              <a:gd name="csX35" fmla="*/ 1354089 w 1600294"/>
              <a:gd name="csY35" fmla="*/ 736979 h 1586485"/>
              <a:gd name="csX36" fmla="*/ 1374186 w 1600294"/>
              <a:gd name="csY36" fmla="*/ 785551 h 1586485"/>
              <a:gd name="csX37" fmla="*/ 1385904 w 1600294"/>
              <a:gd name="csY37" fmla="*/ 733641 h 1586485"/>
              <a:gd name="csX38" fmla="*/ 1385904 w 1600294"/>
              <a:gd name="csY38" fmla="*/ 733569 h 1586485"/>
              <a:gd name="csX39" fmla="*/ 1141334 w 1600294"/>
              <a:gd name="csY39" fmla="*/ 241090 h 1586485"/>
              <a:gd name="csX40" fmla="*/ 1033260 w 1600294"/>
              <a:gd name="csY40" fmla="*/ 205663 h 1586485"/>
              <a:gd name="csX41" fmla="*/ 990501 w 1600294"/>
              <a:gd name="csY41" fmla="*/ 0 h 1586485"/>
              <a:gd name="csX42" fmla="*/ 1206594 w 1600294"/>
              <a:gd name="csY42" fmla="*/ 48572 h 1586485"/>
              <a:gd name="csX43" fmla="*/ 1206594 w 1600294"/>
              <a:gd name="csY43" fmla="*/ 48643 h 1586485"/>
              <a:gd name="csX44" fmla="*/ 1600294 w 1600294"/>
              <a:gd name="csY44" fmla="*/ 633298 h 1586485"/>
              <a:gd name="csX45" fmla="*/ 1354019 w 1600294"/>
              <a:gd name="csY45" fmla="*/ 1214544 h 1586485"/>
              <a:gd name="csX46" fmla="*/ 747634 w 1600294"/>
              <a:gd name="csY46" fmla="*/ 1576358 h 1586485"/>
              <a:gd name="csX47" fmla="*/ 506401 w 1600294"/>
              <a:gd name="csY47" fmla="*/ 1423892 h 1586485"/>
              <a:gd name="csX48" fmla="*/ 439364 w 1600294"/>
              <a:gd name="csY48" fmla="*/ 1366939 h 1586485"/>
              <a:gd name="csX49" fmla="*/ 69171 w 1600294"/>
              <a:gd name="csY49" fmla="*/ 974945 h 1586485"/>
              <a:gd name="csX50" fmla="*/ 10514 w 1600294"/>
              <a:gd name="csY50" fmla="*/ 598004 h 1586485"/>
              <a:gd name="csX51" fmla="*/ 99280 w 1600294"/>
              <a:gd name="csY51" fmla="*/ 366856 h 1586485"/>
              <a:gd name="csX52" fmla="*/ 578409 w 1600294"/>
              <a:gd name="csY52" fmla="*/ 102188 h 1586485"/>
              <a:gd name="csX53" fmla="*/ 583450 w 1600294"/>
              <a:gd name="csY53" fmla="*/ 102188 h 1586485"/>
              <a:gd name="csX54" fmla="*/ 588493 w 1600294"/>
              <a:gd name="csY54" fmla="*/ 98850 h 1586485"/>
              <a:gd name="csX55" fmla="*/ 962024 w 1600294"/>
              <a:gd name="csY55" fmla="*/ 1703 h 1586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600294" h="1586485">
                <a:moveTo>
                  <a:pt x="332205" y="408682"/>
                </a:moveTo>
                <a:lnTo>
                  <a:pt x="297053" y="450581"/>
                </a:lnTo>
                <a:cubicBezTo>
                  <a:pt x="293644" y="455622"/>
                  <a:pt x="290307" y="460664"/>
                  <a:pt x="286969" y="465706"/>
                </a:cubicBezTo>
                <a:cubicBezTo>
                  <a:pt x="196497" y="592962"/>
                  <a:pt x="186485" y="763821"/>
                  <a:pt x="263535" y="899528"/>
                </a:cubicBezTo>
                <a:cubicBezTo>
                  <a:pt x="266872" y="906274"/>
                  <a:pt x="270210" y="911245"/>
                  <a:pt x="273548" y="917992"/>
                </a:cubicBezTo>
                <a:lnTo>
                  <a:pt x="305362" y="964861"/>
                </a:lnTo>
                <a:lnTo>
                  <a:pt x="305433" y="964861"/>
                </a:lnTo>
                <a:lnTo>
                  <a:pt x="303728" y="748766"/>
                </a:lnTo>
                <a:close/>
                <a:moveTo>
                  <a:pt x="636596" y="315787"/>
                </a:moveTo>
                <a:cubicBezTo>
                  <a:pt x="624462" y="317252"/>
                  <a:pt x="612744" y="321442"/>
                  <a:pt x="601844" y="328153"/>
                </a:cubicBezTo>
                <a:cubicBezTo>
                  <a:pt x="553270" y="358334"/>
                  <a:pt x="524794" y="430341"/>
                  <a:pt x="516415" y="483957"/>
                </a:cubicBezTo>
                <a:lnTo>
                  <a:pt x="511372" y="519179"/>
                </a:lnTo>
                <a:cubicBezTo>
                  <a:pt x="509667" y="544318"/>
                  <a:pt x="506329" y="569457"/>
                  <a:pt x="501288" y="592892"/>
                </a:cubicBezTo>
                <a:cubicBezTo>
                  <a:pt x="471108" y="763750"/>
                  <a:pt x="476149" y="906132"/>
                  <a:pt x="518048" y="1030123"/>
                </a:cubicBezTo>
                <a:cubicBezTo>
                  <a:pt x="534806" y="1076991"/>
                  <a:pt x="571663" y="1152337"/>
                  <a:pt x="593464" y="1194235"/>
                </a:cubicBezTo>
                <a:cubicBezTo>
                  <a:pt x="603548" y="1214331"/>
                  <a:pt x="618603" y="1232795"/>
                  <a:pt x="635361" y="1247849"/>
                </a:cubicBezTo>
                <a:lnTo>
                  <a:pt x="647080" y="1256230"/>
                </a:lnTo>
                <a:cubicBezTo>
                  <a:pt x="672218" y="1278031"/>
                  <a:pt x="698990" y="1293156"/>
                  <a:pt x="729170" y="1303169"/>
                </a:cubicBezTo>
                <a:cubicBezTo>
                  <a:pt x="755942" y="1311549"/>
                  <a:pt x="784419" y="1316591"/>
                  <a:pt x="812895" y="1316591"/>
                </a:cubicBezTo>
                <a:lnTo>
                  <a:pt x="822979" y="1316591"/>
                </a:lnTo>
                <a:cubicBezTo>
                  <a:pt x="838105" y="1314958"/>
                  <a:pt x="854864" y="1314958"/>
                  <a:pt x="869919" y="1313253"/>
                </a:cubicBezTo>
                <a:cubicBezTo>
                  <a:pt x="972108" y="1306578"/>
                  <a:pt x="1076000" y="1246288"/>
                  <a:pt x="1148008" y="1154112"/>
                </a:cubicBezTo>
                <a:lnTo>
                  <a:pt x="1147937" y="1153970"/>
                </a:lnTo>
                <a:cubicBezTo>
                  <a:pt x="1194877" y="1097016"/>
                  <a:pt x="1211566" y="1023305"/>
                  <a:pt x="1201553" y="937875"/>
                </a:cubicBezTo>
                <a:cubicBezTo>
                  <a:pt x="1201553" y="929496"/>
                  <a:pt x="1199848" y="921117"/>
                  <a:pt x="1199848" y="912736"/>
                </a:cubicBezTo>
                <a:cubicBezTo>
                  <a:pt x="1196511" y="880852"/>
                  <a:pt x="1194877" y="850742"/>
                  <a:pt x="1176414" y="802169"/>
                </a:cubicBezTo>
                <a:cubicBezTo>
                  <a:pt x="1159655" y="758637"/>
                  <a:pt x="1142895" y="720077"/>
                  <a:pt x="1122799" y="684925"/>
                </a:cubicBezTo>
                <a:cubicBezTo>
                  <a:pt x="1089279" y="624635"/>
                  <a:pt x="1044044" y="569386"/>
                  <a:pt x="990429" y="522445"/>
                </a:cubicBezTo>
                <a:lnTo>
                  <a:pt x="893282" y="438721"/>
                </a:lnTo>
                <a:cubicBezTo>
                  <a:pt x="834696" y="388444"/>
                  <a:pt x="764323" y="349954"/>
                  <a:pt x="673851" y="319773"/>
                </a:cubicBezTo>
                <a:cubicBezTo>
                  <a:pt x="661282" y="315583"/>
                  <a:pt x="648731" y="314323"/>
                  <a:pt x="636596" y="315787"/>
                </a:cubicBezTo>
                <a:close/>
                <a:moveTo>
                  <a:pt x="1033260" y="205663"/>
                </a:moveTo>
                <a:cubicBezTo>
                  <a:pt x="998915" y="202104"/>
                  <a:pt x="966249" y="206720"/>
                  <a:pt x="935251" y="219289"/>
                </a:cubicBezTo>
                <a:lnTo>
                  <a:pt x="903438" y="231006"/>
                </a:lnTo>
                <a:lnTo>
                  <a:pt x="931915" y="249470"/>
                </a:lnTo>
                <a:cubicBezTo>
                  <a:pt x="1127912" y="368418"/>
                  <a:pt x="1270294" y="532601"/>
                  <a:pt x="1354089" y="736979"/>
                </a:cubicBezTo>
                <a:lnTo>
                  <a:pt x="1374186" y="785551"/>
                </a:lnTo>
                <a:lnTo>
                  <a:pt x="1385904" y="733641"/>
                </a:lnTo>
                <a:lnTo>
                  <a:pt x="1385904" y="733569"/>
                </a:lnTo>
                <a:cubicBezTo>
                  <a:pt x="1427802" y="535939"/>
                  <a:pt x="1330656" y="338307"/>
                  <a:pt x="1141334" y="241090"/>
                </a:cubicBezTo>
                <a:cubicBezTo>
                  <a:pt x="1103625" y="220958"/>
                  <a:pt x="1067603" y="209223"/>
                  <a:pt x="1033260" y="205663"/>
                </a:cubicBezTo>
                <a:close/>
                <a:moveTo>
                  <a:pt x="990501" y="0"/>
                </a:moveTo>
                <a:cubicBezTo>
                  <a:pt x="1065846" y="6674"/>
                  <a:pt x="1137924" y="15053"/>
                  <a:pt x="1206594" y="48572"/>
                </a:cubicBezTo>
                <a:lnTo>
                  <a:pt x="1206594" y="48643"/>
                </a:lnTo>
                <a:cubicBezTo>
                  <a:pt x="1434478" y="155874"/>
                  <a:pt x="1585239" y="382052"/>
                  <a:pt x="1600294" y="633298"/>
                </a:cubicBezTo>
                <a:cubicBezTo>
                  <a:pt x="1576788" y="849393"/>
                  <a:pt x="1494697" y="1043686"/>
                  <a:pt x="1354019" y="1214544"/>
                </a:cubicBezTo>
                <a:cubicBezTo>
                  <a:pt x="1248493" y="1428934"/>
                  <a:pt x="1014005" y="1635016"/>
                  <a:pt x="747634" y="1576358"/>
                </a:cubicBezTo>
                <a:cubicBezTo>
                  <a:pt x="640404" y="1552924"/>
                  <a:pt x="566691" y="1480846"/>
                  <a:pt x="506401" y="1423892"/>
                </a:cubicBezTo>
                <a:cubicBezTo>
                  <a:pt x="481262" y="1400457"/>
                  <a:pt x="459461" y="1380361"/>
                  <a:pt x="439364" y="1366939"/>
                </a:cubicBezTo>
                <a:cubicBezTo>
                  <a:pt x="273548" y="1258076"/>
                  <a:pt x="152966" y="1129044"/>
                  <a:pt x="69171" y="974945"/>
                </a:cubicBezTo>
                <a:cubicBezTo>
                  <a:pt x="5471" y="857630"/>
                  <a:pt x="-14625" y="730374"/>
                  <a:pt x="10514" y="598004"/>
                </a:cubicBezTo>
                <a:cubicBezTo>
                  <a:pt x="28906" y="497520"/>
                  <a:pt x="55749" y="427145"/>
                  <a:pt x="99280" y="366856"/>
                </a:cubicBezTo>
                <a:cubicBezTo>
                  <a:pt x="209849" y="216093"/>
                  <a:pt x="384116" y="118946"/>
                  <a:pt x="578409" y="102188"/>
                </a:cubicBezTo>
                <a:lnTo>
                  <a:pt x="583450" y="102188"/>
                </a:lnTo>
                <a:lnTo>
                  <a:pt x="588493" y="98850"/>
                </a:lnTo>
                <a:cubicBezTo>
                  <a:pt x="683935" y="11717"/>
                  <a:pt x="831358" y="6746"/>
                  <a:pt x="962024" y="1703"/>
                </a:cubicBezTo>
                <a:close/>
              </a:path>
            </a:pathLst>
          </a:custGeom>
          <a:solidFill>
            <a:schemeClr val="accent1"/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F27E07F-CA65-7DF9-AC12-E3A85CEE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D245B85-39B7-84CA-2FCA-D222320C1A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4FBE60AE-1535-FBEF-B9FB-9776FB6817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2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E40465F9-34D2-9B11-B7DB-E02B8BDD45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2594" y="1643997"/>
            <a:ext cx="3192583" cy="324000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600" b="1" cap="none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Hier steht die Headline</a:t>
            </a:r>
          </a:p>
        </p:txBody>
      </p:sp>
      <p:sp>
        <p:nvSpPr>
          <p:cNvPr id="19" name="Textplatzhalter 13">
            <a:extLst>
              <a:ext uri="{FF2B5EF4-FFF2-40B4-BE49-F238E27FC236}">
                <a16:creationId xmlns:a16="http://schemas.microsoft.com/office/drawing/2014/main" id="{478962E8-6A1B-CD3D-EF4B-4DD79E712C1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52793" y="1643997"/>
            <a:ext cx="3192583" cy="324000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600" b="1" cap="none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Hier steht die Headline</a:t>
            </a:r>
          </a:p>
        </p:txBody>
      </p:sp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D51F653C-94F6-1A31-F3D2-5F04D7C8A6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2992" y="1643997"/>
            <a:ext cx="3192583" cy="324000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600" b="1" cap="none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Hier steht die Headline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AB8CB5F-2D54-BDF0-9AB3-AC2B1CA31F7B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7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47" userDrawn="1">
          <p15:clr>
            <a:srgbClr val="A4A3A4"/>
          </p15:clr>
        </p15:guide>
        <p15:guide id="2" pos="2257" userDrawn="1">
          <p15:clr>
            <a:srgbClr val="A4A3A4"/>
          </p15:clr>
        </p15:guide>
        <p15:guide id="3" pos="4389" userDrawn="1">
          <p15:clr>
            <a:srgbClr val="A4A3A4"/>
          </p15:clr>
        </p15:guide>
        <p15:guide id="4" pos="4479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540114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18D2EAEB-9A59-7182-43EF-BDB7A281C7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3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D352BE8-F53C-ECCF-22ED-8B96623EBF9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FA096BA7-FB72-41D4-84A3-FA93441E53AC}" type="datetime1">
              <a:rPr lang="de-DE" smtClean="0"/>
              <a:t>07.09.2026</a:t>
            </a:fld>
            <a:endParaRPr lang="de-DE" sz="9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462C4DB7-6198-CD8F-B9A4-84318D48B28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/>
          <a:p>
            <a:endParaRPr lang="de-DE" sz="900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0C88C6A-AB91-E28E-91A8-87D062275A9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1694084-BCDB-4098-8BE4-7D3EDBC2CD8D}" type="slidenum">
              <a:rPr lang="de-DE" smtClean="0"/>
              <a:pPr/>
              <a:t>‹#›</a:t>
            </a:fld>
            <a:endParaRPr lang="de-DE" sz="9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10201E4-53FD-B972-8CC8-DE0D1C0A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95" y="539750"/>
            <a:ext cx="9340526" cy="649288"/>
          </a:xfrm>
        </p:spPr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8B963CBD-5128-2C63-D793-B6C0399FA9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BE7E6B37-7002-9453-167A-8DA81E93236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82593" y="1639892"/>
            <a:ext cx="9927590" cy="5020107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1EA3758-8DBB-20BF-B430-07DB773DF748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734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fik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0540114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8D8C8CE3-A092-BBFC-B27C-C7D01426CBF4}"/>
              </a:ext>
            </a:extLst>
          </p:cNvPr>
          <p:cNvSpPr/>
          <p:nvPr userDrawn="1"/>
        </p:nvSpPr>
        <p:spPr>
          <a:xfrm>
            <a:off x="377825" y="1647825"/>
            <a:ext cx="9932981" cy="44501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BAD8B9E-CBEA-D099-18FF-697E142A9F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2023" y="1731951"/>
            <a:ext cx="9504000" cy="257298"/>
          </a:xfrm>
        </p:spPr>
        <p:txBody>
          <a:bodyPr/>
          <a:lstStyle>
            <a:lvl1pPr rtl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18D2EAEB-9A59-7182-43EF-BDB7A281C7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2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D352BE8-F53C-ECCF-22ED-8B96623EBF9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r"/>
            <a:fld id="{10BEFBBB-A4CA-484F-978E-435D227EFFD9}" type="datetime1">
              <a:rPr lang="de-DE" smtClean="0"/>
              <a:t>07.09.2026</a:t>
            </a:fld>
            <a:endParaRPr lang="de-DE" sz="900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462C4DB7-6198-CD8F-B9A4-84318D48B28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/>
          <a:p>
            <a:endParaRPr lang="de-DE" sz="900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0C88C6A-AB91-E28E-91A8-87D062275A9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1694084-BCDB-4098-8BE4-7D3EDBC2CD8D}" type="slidenum">
              <a:rPr lang="de-DE" smtClean="0"/>
              <a:pPr/>
              <a:t>‹#›</a:t>
            </a:fld>
            <a:endParaRPr lang="de-DE" sz="9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10201E4-53FD-B972-8CC8-DE0D1C0A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95" y="539750"/>
            <a:ext cx="9340526" cy="649288"/>
          </a:xfrm>
        </p:spPr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8B963CBD-5128-2C63-D793-B6C0399FA9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  <a:tabLst/>
              <a:defRPr sz="1000" cap="all" baseline="0"/>
            </a:lvl1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Wingdings 2" panose="05020102010507070707" pitchFamily="18" charset="2"/>
              <a:buNone/>
              <a:tabLst/>
              <a:defRPr/>
            </a:pPr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D68EB59-50E8-2262-DE4E-C2D2E60BE85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61975" y="2154063"/>
            <a:ext cx="9498013" cy="37593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BB25C7C-7919-B16A-A5F6-3C962EDBE669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747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6746704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3FC2B94-BC04-D713-10B6-4065574CA42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 algn="r" rtl="0">
              <a:defRPr/>
            </a:lvl1pPr>
          </a:lstStyle>
          <a:p>
            <a:fld id="{9713D752-6B41-4344-B233-BC36DAAD70AD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2CAF8F-22C5-AF09-8634-881407B8ACC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algn="l" rtl="0">
              <a:defRPr/>
            </a:lvl1pPr>
          </a:lstStyle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4155989-A0DA-7250-6BB9-EA60604A91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r"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699B9CB6-6DDE-C274-AA00-70E60289E98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46720" y="1639888"/>
            <a:ext cx="4964086" cy="5021257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73AC40A4-AB38-D450-2864-65055C0D3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80487B8-77A6-4249-F406-E3B14CB2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EAFEEEF8-44BD-9B4F-30F2-FC9ED6845E3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7825" y="1640037"/>
            <a:ext cx="4712335" cy="5021114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2BAA6337-4836-9591-B3BF-AD0F412425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1811"/>
            <a:ext cx="9932981" cy="198463"/>
          </a:xfrm>
        </p:spPr>
        <p:txBody>
          <a:bodyPr lIns="0" tIns="0" rIns="0" bIns="0" anchor="ctr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7D0389E-AC98-0CD6-375D-496065304DB1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87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9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il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0745524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3FC2B94-BC04-D713-10B6-4065574CA42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 algn="r" rtl="0">
              <a:defRPr/>
            </a:lvl1pPr>
          </a:lstStyle>
          <a:p>
            <a:fld id="{A1697F61-5CB0-4334-BC5F-CD923CBF29FE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2CAF8F-22C5-AF09-8634-881407B8ACC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algn="l" rtl="0">
              <a:defRPr/>
            </a:lvl1pPr>
          </a:lstStyle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4155989-A0DA-7250-6BB9-EA60604A91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r"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E7AC7C7-051D-847A-87D6-8A4E6E7D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94" y="1189038"/>
            <a:ext cx="4707369" cy="1066482"/>
          </a:xfrm>
        </p:spPr>
        <p:txBody>
          <a:bodyPr vert="horz" rIns="0"/>
          <a:lstStyle>
            <a:lvl1pPr rtl="0">
              <a:defRPr lang="de-DE" sz="3200" dirty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1F15D074-87FF-BA67-C85C-309DAD9BE0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594" y="3084561"/>
            <a:ext cx="4707566" cy="3576585"/>
          </a:xfrm>
        </p:spPr>
        <p:txBody>
          <a:bodyPr/>
          <a:lstStyle>
            <a:lvl1pPr rtl="0">
              <a:defRPr sz="1400">
                <a:solidFill>
                  <a:schemeClr val="tx1"/>
                </a:solidFill>
              </a:defRPr>
            </a:lvl1pPr>
            <a:lvl2pPr rtl="0">
              <a:defRPr sz="1400">
                <a:solidFill>
                  <a:schemeClr val="tx1"/>
                </a:solidFill>
              </a:defRPr>
            </a:lvl2pPr>
            <a:lvl3pPr rtl="0"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9" name="Bildplatzhalter 8">
            <a:extLst>
              <a:ext uri="{FF2B5EF4-FFF2-40B4-BE49-F238E27FC236}">
                <a16:creationId xmlns:a16="http://schemas.microsoft.com/office/drawing/2014/main" id="{5B4651D9-38DE-5C3D-175F-1707E84D19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46720" y="1189038"/>
            <a:ext cx="4964086" cy="547211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7B2735E0-0537-A921-E363-3C830FAACE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B3937AF6-BAE4-DF0B-DC74-CBBE36BBF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2404576"/>
            <a:ext cx="4707369" cy="530929"/>
          </a:xfrm>
        </p:spPr>
        <p:txBody>
          <a:bodyPr lIns="0" tIns="0" rIns="0" bIns="0" anchor="t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Hier steht die Subline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BC445EA-F062-EF5C-8114-EBB887961FFD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0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9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6079180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471C6F4-7B42-053C-F657-E609D43843B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 rtl="0">
              <a:defRPr/>
            </a:lvl1pPr>
          </a:lstStyle>
          <a:p>
            <a:pPr algn="r"/>
            <a:fld id="{D22C4656-9777-406E-80D4-67D36553466E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ADFF43-C8C4-CF64-8AE2-C3B8C79F085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A36198D-C8A4-2D42-8D7A-9E4A61E6919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03533330-37CC-C2C8-6552-72D5DAA560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2537"/>
            <a:ext cx="9932981" cy="490093"/>
          </a:xfrm>
        </p:spPr>
        <p:txBody>
          <a:bodyPr lIns="0" tIns="0" rIns="0" bIns="0" anchor="t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EFCB3E19-5AA6-9777-BCE8-1486EDA317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2593" y="1954924"/>
            <a:ext cx="3240000" cy="4419315"/>
          </a:xfrm>
          <a:solidFill>
            <a:schemeClr val="bg2"/>
          </a:solidFill>
        </p:spPr>
        <p:txBody>
          <a:bodyPr/>
          <a:lstStyle>
            <a:lvl1pPr>
              <a:defRPr sz="1400"/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4015644F-6937-8711-9A00-AE3BE709A4F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75575" y="1954924"/>
            <a:ext cx="3240000" cy="4419315"/>
          </a:xfrm>
          <a:solidFill>
            <a:schemeClr val="bg2"/>
          </a:solidFill>
        </p:spPr>
        <p:txBody>
          <a:bodyPr/>
          <a:lstStyle>
            <a:lvl1pPr>
              <a:defRPr sz="14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53EA9C7D-8D79-9B33-F1FA-17C0F07422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29084" y="1954924"/>
            <a:ext cx="3240000" cy="4419315"/>
          </a:xfrm>
          <a:solidFill>
            <a:schemeClr val="bg2"/>
          </a:solidFill>
        </p:spPr>
        <p:txBody>
          <a:bodyPr/>
          <a:lstStyle>
            <a:lvl1pPr>
              <a:defRPr sz="14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E2281403-5740-1BD1-7347-37D94722B3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BBC1EC4-FC32-087A-9DF0-D36ACDC2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31607CB-BE2B-9212-429F-FAA6140E382E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487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279" userDrawn="1">
          <p15:clr>
            <a:srgbClr val="A4A3A4"/>
          </p15:clr>
        </p15:guide>
        <p15:guide id="3" pos="2347" userDrawn="1">
          <p15:clr>
            <a:srgbClr val="A4A3A4"/>
          </p15:clr>
        </p15:guide>
        <p15:guide id="4" pos="4389" userDrawn="1">
          <p15:clr>
            <a:srgbClr val="A4A3A4"/>
          </p15:clr>
        </p15:guide>
        <p15:guide id="5" pos="4457" userDrawn="1">
          <p15:clr>
            <a:srgbClr val="A4A3A4"/>
          </p15:clr>
        </p15:guide>
        <p15:guide id="7" orient="horz" pos="1452" userDrawn="1">
          <p15:clr>
            <a:srgbClr val="A4A3A4"/>
          </p15:clr>
        </p15:guide>
        <p15:guide id="8" orient="horz" pos="4014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2314367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DBB9691-EFA5-1435-FF56-D43C9056961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 rtl="0">
              <a:defRPr/>
            </a:lvl1pPr>
          </a:lstStyle>
          <a:p>
            <a:pPr algn="r"/>
            <a:fld id="{F4B99176-024D-4E80-8D10-FD75C40F38A3}" type="datetime1">
              <a:rPr lang="de-DE" smtClean="0"/>
              <a:t>07.09.2026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64940FD-F84D-BB25-A5A5-5A8D3D370BD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de-DE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62D37D63-F083-34D6-2F20-437F157F0E8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 rtl="0">
              <a:defRPr/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13">
            <a:extLst>
              <a:ext uri="{FF2B5EF4-FFF2-40B4-BE49-F238E27FC236}">
                <a16:creationId xmlns:a16="http://schemas.microsoft.com/office/drawing/2014/main" id="{D2999FC4-75DE-6016-D6C1-03292D026B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594" y="1282537"/>
            <a:ext cx="9932981" cy="490093"/>
          </a:xfrm>
        </p:spPr>
        <p:txBody>
          <a:bodyPr lIns="0" tIns="0" rIns="0" bIns="0" anchor="t">
            <a:noAutofit/>
          </a:bodyPr>
          <a:lstStyle>
            <a:lvl1pPr marL="0" indent="0" rtl="0">
              <a:spcAft>
                <a:spcPts val="0"/>
              </a:spcAft>
              <a:buNone/>
              <a:defRPr sz="14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149D52B9-9ED2-D1A9-2E33-2D39E397E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2593" y="2165659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852DA07C-84D1-E4AE-CA9F-7885049CA64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75575" y="2165659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9AFC639-2678-A983-4E07-3452B997F69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29084" y="2165659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2C693631-B1D0-D0E3-E2BB-C1913E6F655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82593" y="4412238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8">
            <a:extLst>
              <a:ext uri="{FF2B5EF4-FFF2-40B4-BE49-F238E27FC236}">
                <a16:creationId xmlns:a16="http://schemas.microsoft.com/office/drawing/2014/main" id="{4F984865-DAD5-AAD1-E8B2-F3F634FEAA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729084" y="4412238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9E209E8B-B507-E104-928D-F13E1AE8646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75575" y="4412238"/>
            <a:ext cx="3240000" cy="1962000"/>
          </a:xfrm>
          <a:solidFill>
            <a:schemeClr val="bg2"/>
          </a:solidFill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D558D25B-DE66-971A-3FBA-AD42DD33CB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01AFBFD-531E-6B66-DB32-4B2F5FDB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ACDEEC2-022A-F6BF-2903-12EF96B78A6E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65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79" userDrawn="1">
          <p15:clr>
            <a:srgbClr val="A4A3A4"/>
          </p15:clr>
        </p15:guide>
        <p15:guide id="2" pos="2347" userDrawn="1">
          <p15:clr>
            <a:srgbClr val="A4A3A4"/>
          </p15:clr>
        </p15:guide>
        <p15:guide id="3" pos="4389" userDrawn="1">
          <p15:clr>
            <a:srgbClr val="A4A3A4"/>
          </p15:clr>
        </p15:guide>
        <p15:guide id="4" pos="4457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htliche Hinwe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5E4699C-1398-F877-0781-74A7E13E765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1745993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4699C-1398-F877-0781-74A7E13E76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2594" y="1836738"/>
            <a:ext cx="2805774" cy="1399763"/>
          </a:xfrm>
        </p:spPr>
        <p:txBody>
          <a:bodyPr vert="horz" rIns="0"/>
          <a:lstStyle>
            <a:lvl1pPr rtl="0">
              <a:defRPr lang="de-DE" sz="32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Rechtliche </a:t>
            </a:r>
            <a:br>
              <a:rPr lang="de-DE" dirty="0"/>
            </a:br>
            <a:r>
              <a:rPr lang="de-DE" dirty="0"/>
              <a:t>Hinweise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066F227E-BDC0-3E33-ACFE-3199805B60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7127" y="1836738"/>
            <a:ext cx="6833680" cy="4824412"/>
          </a:xfrm>
        </p:spPr>
        <p:txBody>
          <a:bodyPr lIns="0" tIns="0" rIns="0" bIns="0" anchor="t">
            <a:noAutofit/>
          </a:bodyPr>
          <a:lstStyle>
            <a:lvl1pPr marL="0" indent="0" rtl="0">
              <a:spcAft>
                <a:spcPts val="0"/>
              </a:spcAft>
              <a:buNone/>
              <a:defRPr sz="12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322892E-F480-12EE-C4D0-86691F5EA6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2594" y="6826250"/>
            <a:ext cx="9936000" cy="15877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9A9E5311-AD33-A35E-947F-6EAD7B689C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179D937B-F5A0-3EBB-1563-F612D4780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94" y="235952"/>
            <a:ext cx="9360000" cy="198463"/>
          </a:xfrm>
        </p:spPr>
        <p:txBody>
          <a:bodyPr lIns="0" tIns="0" rIns="0" bIns="0" anchor="ctr">
            <a:noAutofit/>
          </a:bodyPr>
          <a:lstStyle>
            <a:lvl1pPr rtl="0">
              <a:buNone/>
              <a:defRPr sz="1000" cap="all" baseline="0"/>
            </a:lvl1pPr>
          </a:lstStyle>
          <a:p>
            <a:pPr lvl="0"/>
            <a:r>
              <a:rPr lang="de-DE" dirty="0" err="1"/>
              <a:t>Overline</a:t>
            </a:r>
            <a:r>
              <a:rPr lang="de-DE" dirty="0"/>
              <a:t> (optional, z.B. Kapitelüberschrift, keine Aussagen)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F9AFA18-3E85-B52E-B349-BA3D8F60A4FF}"/>
              </a:ext>
            </a:extLst>
          </p:cNvPr>
          <p:cNvCxnSpPr>
            <a:cxnSpLocks/>
          </p:cNvCxnSpPr>
          <p:nvPr userDrawn="1"/>
        </p:nvCxnSpPr>
        <p:spPr>
          <a:xfrm>
            <a:off x="382594" y="6933775"/>
            <a:ext cx="99329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4658CC6-1DD6-C7B9-864F-2217EA1DA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0063" y="7186314"/>
            <a:ext cx="638578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lang="de-DE" sz="800" smtClean="0"/>
            </a:lvl1pPr>
          </a:lstStyle>
          <a:p>
            <a:pPr algn="r"/>
            <a:r>
              <a:rPr lang="en-GB" dirty="0"/>
              <a:t>09/09/2026</a:t>
            </a:r>
          </a:p>
        </p:txBody>
      </p:sp>
    </p:spTree>
    <p:extLst>
      <p:ext uri="{BB962C8B-B14F-4D97-AF65-F5344CB8AC3E}">
        <p14:creationId xmlns:p14="http://schemas.microsoft.com/office/powerpoint/2010/main" val="2148330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7C3435F-5530-E1AE-C82F-E7B2A237338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5005339"/>
              </p:ext>
            </p:extLst>
          </p:nvPr>
        </p:nvGraphicFramePr>
        <p:xfrm>
          <a:off x="307511" y="1751"/>
          <a:ext cx="1751" cy="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C3435F-5530-E1AE-C82F-E7B2A2373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511" y="1751"/>
                        <a:ext cx="1751" cy="1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1884D105-BC98-DA32-D388-44C385E338F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0" r="10270"/>
          <a:stretch/>
        </p:blipFill>
        <p:spPr>
          <a:xfrm>
            <a:off x="0" y="-9183"/>
            <a:ext cx="10693400" cy="75728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5980" y="2464381"/>
            <a:ext cx="7561440" cy="2632501"/>
          </a:xfrm>
        </p:spPr>
        <p:txBody>
          <a:bodyPr vert="horz" rIns="0" anchor="ctr"/>
          <a:lstStyle>
            <a:lvl1pPr algn="ctr" rtl="0">
              <a:defRPr sz="72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Vielen Dank.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71360" y="6118288"/>
            <a:ext cx="2031212" cy="31754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>
              <a:spcAft>
                <a:spcPts val="0"/>
              </a:spcAft>
              <a:buNone/>
              <a:defRPr sz="1200" cap="all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www.metzler.com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F9B319B-8520-7CAF-4DD4-2432365ACF9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7424" y="2327127"/>
            <a:ext cx="1151932" cy="1068659"/>
          </a:xfrm>
          <a:prstGeom prst="rect">
            <a:avLst/>
          </a:prstGeom>
        </p:spPr>
      </p:pic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89B7992-5785-2FBE-6FC1-D862C43FD8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92845" y="6118288"/>
            <a:ext cx="2116095" cy="317541"/>
          </a:xfrm>
        </p:spPr>
        <p:txBody>
          <a:bodyPr anchor="ctr"/>
          <a:lstStyle>
            <a:lvl1pPr marL="0" indent="0" algn="ctr" rtl="0">
              <a:spcAft>
                <a:spcPts val="0"/>
              </a:spcAft>
              <a:buNone/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Tel. +49 69 2104-0</a:t>
            </a:r>
          </a:p>
        </p:txBody>
      </p:sp>
      <p:sp>
        <p:nvSpPr>
          <p:cNvPr id="27" name="Textplatzhalter 25">
            <a:extLst>
              <a:ext uri="{FF2B5EF4-FFF2-40B4-BE49-F238E27FC236}">
                <a16:creationId xmlns:a16="http://schemas.microsoft.com/office/drawing/2014/main" id="{D2F8EE24-070E-6BB3-DCDA-84FBDDD36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213" y="6118288"/>
            <a:ext cx="2116095" cy="317541"/>
          </a:xfrm>
        </p:spPr>
        <p:txBody>
          <a:bodyPr anchor="ctr"/>
          <a:lstStyle>
            <a:lvl1pPr marL="0" indent="0" algn="ctr" rtl="0">
              <a:spcAft>
                <a:spcPts val="0"/>
              </a:spcAft>
              <a:buNone/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metzler@metzler.com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A4A099-A409-8A13-87AF-5C4A1FEA8C2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74967" y="141825"/>
            <a:ext cx="2184370" cy="132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22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tags" Target="../tags/tag2.xml"/><Relationship Id="rId24" Type="http://schemas.openxmlformats.org/officeDocument/2006/relationships/oleObject" Target="../embeddings/oleObject1.bin"/><Relationship Id="rId2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BED5906-A06D-9C6B-944C-04D2B4B2CE95}"/>
              </a:ext>
            </a:extLst>
          </p:cNvPr>
          <p:cNvGraphicFramePr>
            <a:graphicFrameLocks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951386066"/>
              </p:ext>
            </p:extLst>
          </p:nvPr>
        </p:nvGraphicFramePr>
        <p:xfrm>
          <a:off x="306928" y="1167"/>
          <a:ext cx="1168" cy="1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532" imgH="533" progId="TCLayout.ActiveDocument.1">
                  <p:embed/>
                </p:oleObj>
              </mc:Choice>
              <mc:Fallback>
                <p:oleObj name="think-cell Slide" r:id="rId24" imgW="532" imgH="53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BED5906-A06D-9C6B-944C-04D2B4B2CE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06928" y="1167"/>
                        <a:ext cx="1168" cy="1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595" y="539750"/>
            <a:ext cx="9340526" cy="6492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0063" y="7186314"/>
            <a:ext cx="638578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lang="de-DE" sz="800" smtClean="0"/>
            </a:lvl1pPr>
          </a:lstStyle>
          <a:p>
            <a:pPr algn="r"/>
            <a:r>
              <a:rPr lang="en-GB" dirty="0"/>
              <a:t>09/09/2026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9332" y="7186314"/>
            <a:ext cx="256243" cy="1587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31694084-BCDB-4098-8BE4-7D3EDBC2CD8D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D5D98874-36F6-B6AC-CFFF-64F418C198F8}"/>
              </a:ext>
            </a:extLst>
          </p:cNvPr>
          <p:cNvSpPr/>
          <p:nvPr userDrawn="1"/>
        </p:nvSpPr>
        <p:spPr>
          <a:xfrm>
            <a:off x="10002286" y="233154"/>
            <a:ext cx="372734" cy="369519"/>
          </a:xfrm>
          <a:custGeom>
            <a:avLst/>
            <a:gdLst>
              <a:gd name="csX0" fmla="*/ 332205 w 1600294"/>
              <a:gd name="csY0" fmla="*/ 408682 h 1586485"/>
              <a:gd name="csX1" fmla="*/ 297053 w 1600294"/>
              <a:gd name="csY1" fmla="*/ 450581 h 1586485"/>
              <a:gd name="csX2" fmla="*/ 286969 w 1600294"/>
              <a:gd name="csY2" fmla="*/ 465706 h 1586485"/>
              <a:gd name="csX3" fmla="*/ 263535 w 1600294"/>
              <a:gd name="csY3" fmla="*/ 899528 h 1586485"/>
              <a:gd name="csX4" fmla="*/ 273548 w 1600294"/>
              <a:gd name="csY4" fmla="*/ 917992 h 1586485"/>
              <a:gd name="csX5" fmla="*/ 305362 w 1600294"/>
              <a:gd name="csY5" fmla="*/ 964861 h 1586485"/>
              <a:gd name="csX6" fmla="*/ 305433 w 1600294"/>
              <a:gd name="csY6" fmla="*/ 964861 h 1586485"/>
              <a:gd name="csX7" fmla="*/ 303728 w 1600294"/>
              <a:gd name="csY7" fmla="*/ 748766 h 1586485"/>
              <a:gd name="csX8" fmla="*/ 636596 w 1600294"/>
              <a:gd name="csY8" fmla="*/ 315787 h 1586485"/>
              <a:gd name="csX9" fmla="*/ 601844 w 1600294"/>
              <a:gd name="csY9" fmla="*/ 328153 h 1586485"/>
              <a:gd name="csX10" fmla="*/ 516415 w 1600294"/>
              <a:gd name="csY10" fmla="*/ 483957 h 1586485"/>
              <a:gd name="csX11" fmla="*/ 511372 w 1600294"/>
              <a:gd name="csY11" fmla="*/ 519179 h 1586485"/>
              <a:gd name="csX12" fmla="*/ 501288 w 1600294"/>
              <a:gd name="csY12" fmla="*/ 592892 h 1586485"/>
              <a:gd name="csX13" fmla="*/ 518048 w 1600294"/>
              <a:gd name="csY13" fmla="*/ 1030123 h 1586485"/>
              <a:gd name="csX14" fmla="*/ 593464 w 1600294"/>
              <a:gd name="csY14" fmla="*/ 1194235 h 1586485"/>
              <a:gd name="csX15" fmla="*/ 635361 w 1600294"/>
              <a:gd name="csY15" fmla="*/ 1247849 h 1586485"/>
              <a:gd name="csX16" fmla="*/ 647080 w 1600294"/>
              <a:gd name="csY16" fmla="*/ 1256230 h 1586485"/>
              <a:gd name="csX17" fmla="*/ 729170 w 1600294"/>
              <a:gd name="csY17" fmla="*/ 1303169 h 1586485"/>
              <a:gd name="csX18" fmla="*/ 812895 w 1600294"/>
              <a:gd name="csY18" fmla="*/ 1316591 h 1586485"/>
              <a:gd name="csX19" fmla="*/ 822979 w 1600294"/>
              <a:gd name="csY19" fmla="*/ 1316591 h 1586485"/>
              <a:gd name="csX20" fmla="*/ 869919 w 1600294"/>
              <a:gd name="csY20" fmla="*/ 1313253 h 1586485"/>
              <a:gd name="csX21" fmla="*/ 1148008 w 1600294"/>
              <a:gd name="csY21" fmla="*/ 1154112 h 1586485"/>
              <a:gd name="csX22" fmla="*/ 1147937 w 1600294"/>
              <a:gd name="csY22" fmla="*/ 1153970 h 1586485"/>
              <a:gd name="csX23" fmla="*/ 1201553 w 1600294"/>
              <a:gd name="csY23" fmla="*/ 937875 h 1586485"/>
              <a:gd name="csX24" fmla="*/ 1199848 w 1600294"/>
              <a:gd name="csY24" fmla="*/ 912736 h 1586485"/>
              <a:gd name="csX25" fmla="*/ 1176414 w 1600294"/>
              <a:gd name="csY25" fmla="*/ 802169 h 1586485"/>
              <a:gd name="csX26" fmla="*/ 1122799 w 1600294"/>
              <a:gd name="csY26" fmla="*/ 684925 h 1586485"/>
              <a:gd name="csX27" fmla="*/ 990429 w 1600294"/>
              <a:gd name="csY27" fmla="*/ 522445 h 1586485"/>
              <a:gd name="csX28" fmla="*/ 893282 w 1600294"/>
              <a:gd name="csY28" fmla="*/ 438721 h 1586485"/>
              <a:gd name="csX29" fmla="*/ 673851 w 1600294"/>
              <a:gd name="csY29" fmla="*/ 319773 h 1586485"/>
              <a:gd name="csX30" fmla="*/ 636596 w 1600294"/>
              <a:gd name="csY30" fmla="*/ 315787 h 1586485"/>
              <a:gd name="csX31" fmla="*/ 1033260 w 1600294"/>
              <a:gd name="csY31" fmla="*/ 205663 h 1586485"/>
              <a:gd name="csX32" fmla="*/ 935251 w 1600294"/>
              <a:gd name="csY32" fmla="*/ 219289 h 1586485"/>
              <a:gd name="csX33" fmla="*/ 903438 w 1600294"/>
              <a:gd name="csY33" fmla="*/ 231006 h 1586485"/>
              <a:gd name="csX34" fmla="*/ 931915 w 1600294"/>
              <a:gd name="csY34" fmla="*/ 249470 h 1586485"/>
              <a:gd name="csX35" fmla="*/ 1354089 w 1600294"/>
              <a:gd name="csY35" fmla="*/ 736979 h 1586485"/>
              <a:gd name="csX36" fmla="*/ 1374186 w 1600294"/>
              <a:gd name="csY36" fmla="*/ 785551 h 1586485"/>
              <a:gd name="csX37" fmla="*/ 1385904 w 1600294"/>
              <a:gd name="csY37" fmla="*/ 733641 h 1586485"/>
              <a:gd name="csX38" fmla="*/ 1385904 w 1600294"/>
              <a:gd name="csY38" fmla="*/ 733569 h 1586485"/>
              <a:gd name="csX39" fmla="*/ 1141334 w 1600294"/>
              <a:gd name="csY39" fmla="*/ 241090 h 1586485"/>
              <a:gd name="csX40" fmla="*/ 1033260 w 1600294"/>
              <a:gd name="csY40" fmla="*/ 205663 h 1586485"/>
              <a:gd name="csX41" fmla="*/ 990501 w 1600294"/>
              <a:gd name="csY41" fmla="*/ 0 h 1586485"/>
              <a:gd name="csX42" fmla="*/ 1206594 w 1600294"/>
              <a:gd name="csY42" fmla="*/ 48572 h 1586485"/>
              <a:gd name="csX43" fmla="*/ 1206594 w 1600294"/>
              <a:gd name="csY43" fmla="*/ 48643 h 1586485"/>
              <a:gd name="csX44" fmla="*/ 1600294 w 1600294"/>
              <a:gd name="csY44" fmla="*/ 633298 h 1586485"/>
              <a:gd name="csX45" fmla="*/ 1354019 w 1600294"/>
              <a:gd name="csY45" fmla="*/ 1214544 h 1586485"/>
              <a:gd name="csX46" fmla="*/ 747634 w 1600294"/>
              <a:gd name="csY46" fmla="*/ 1576358 h 1586485"/>
              <a:gd name="csX47" fmla="*/ 506401 w 1600294"/>
              <a:gd name="csY47" fmla="*/ 1423892 h 1586485"/>
              <a:gd name="csX48" fmla="*/ 439364 w 1600294"/>
              <a:gd name="csY48" fmla="*/ 1366939 h 1586485"/>
              <a:gd name="csX49" fmla="*/ 69171 w 1600294"/>
              <a:gd name="csY49" fmla="*/ 974945 h 1586485"/>
              <a:gd name="csX50" fmla="*/ 10514 w 1600294"/>
              <a:gd name="csY50" fmla="*/ 598004 h 1586485"/>
              <a:gd name="csX51" fmla="*/ 99280 w 1600294"/>
              <a:gd name="csY51" fmla="*/ 366856 h 1586485"/>
              <a:gd name="csX52" fmla="*/ 578409 w 1600294"/>
              <a:gd name="csY52" fmla="*/ 102188 h 1586485"/>
              <a:gd name="csX53" fmla="*/ 583450 w 1600294"/>
              <a:gd name="csY53" fmla="*/ 102188 h 1586485"/>
              <a:gd name="csX54" fmla="*/ 588493 w 1600294"/>
              <a:gd name="csY54" fmla="*/ 98850 h 1586485"/>
              <a:gd name="csX55" fmla="*/ 962024 w 1600294"/>
              <a:gd name="csY55" fmla="*/ 1703 h 1586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600294" h="1586485">
                <a:moveTo>
                  <a:pt x="332205" y="408682"/>
                </a:moveTo>
                <a:lnTo>
                  <a:pt x="297053" y="450581"/>
                </a:lnTo>
                <a:cubicBezTo>
                  <a:pt x="293644" y="455622"/>
                  <a:pt x="290307" y="460664"/>
                  <a:pt x="286969" y="465706"/>
                </a:cubicBezTo>
                <a:cubicBezTo>
                  <a:pt x="196497" y="592962"/>
                  <a:pt x="186485" y="763821"/>
                  <a:pt x="263535" y="899528"/>
                </a:cubicBezTo>
                <a:cubicBezTo>
                  <a:pt x="266872" y="906274"/>
                  <a:pt x="270210" y="911245"/>
                  <a:pt x="273548" y="917992"/>
                </a:cubicBezTo>
                <a:lnTo>
                  <a:pt x="305362" y="964861"/>
                </a:lnTo>
                <a:lnTo>
                  <a:pt x="305433" y="964861"/>
                </a:lnTo>
                <a:lnTo>
                  <a:pt x="303728" y="748766"/>
                </a:lnTo>
                <a:close/>
                <a:moveTo>
                  <a:pt x="636596" y="315787"/>
                </a:moveTo>
                <a:cubicBezTo>
                  <a:pt x="624462" y="317252"/>
                  <a:pt x="612744" y="321442"/>
                  <a:pt x="601844" y="328153"/>
                </a:cubicBezTo>
                <a:cubicBezTo>
                  <a:pt x="553270" y="358334"/>
                  <a:pt x="524794" y="430341"/>
                  <a:pt x="516415" y="483957"/>
                </a:cubicBezTo>
                <a:lnTo>
                  <a:pt x="511372" y="519179"/>
                </a:lnTo>
                <a:cubicBezTo>
                  <a:pt x="509667" y="544318"/>
                  <a:pt x="506329" y="569457"/>
                  <a:pt x="501288" y="592892"/>
                </a:cubicBezTo>
                <a:cubicBezTo>
                  <a:pt x="471108" y="763750"/>
                  <a:pt x="476149" y="906132"/>
                  <a:pt x="518048" y="1030123"/>
                </a:cubicBezTo>
                <a:cubicBezTo>
                  <a:pt x="534806" y="1076991"/>
                  <a:pt x="571663" y="1152337"/>
                  <a:pt x="593464" y="1194235"/>
                </a:cubicBezTo>
                <a:cubicBezTo>
                  <a:pt x="603548" y="1214331"/>
                  <a:pt x="618603" y="1232795"/>
                  <a:pt x="635361" y="1247849"/>
                </a:cubicBezTo>
                <a:lnTo>
                  <a:pt x="647080" y="1256230"/>
                </a:lnTo>
                <a:cubicBezTo>
                  <a:pt x="672218" y="1278031"/>
                  <a:pt x="698990" y="1293156"/>
                  <a:pt x="729170" y="1303169"/>
                </a:cubicBezTo>
                <a:cubicBezTo>
                  <a:pt x="755942" y="1311549"/>
                  <a:pt x="784419" y="1316591"/>
                  <a:pt x="812895" y="1316591"/>
                </a:cubicBezTo>
                <a:lnTo>
                  <a:pt x="822979" y="1316591"/>
                </a:lnTo>
                <a:cubicBezTo>
                  <a:pt x="838105" y="1314958"/>
                  <a:pt x="854864" y="1314958"/>
                  <a:pt x="869919" y="1313253"/>
                </a:cubicBezTo>
                <a:cubicBezTo>
                  <a:pt x="972108" y="1306578"/>
                  <a:pt x="1076000" y="1246288"/>
                  <a:pt x="1148008" y="1154112"/>
                </a:cubicBezTo>
                <a:lnTo>
                  <a:pt x="1147937" y="1153970"/>
                </a:lnTo>
                <a:cubicBezTo>
                  <a:pt x="1194877" y="1097016"/>
                  <a:pt x="1211566" y="1023305"/>
                  <a:pt x="1201553" y="937875"/>
                </a:cubicBezTo>
                <a:cubicBezTo>
                  <a:pt x="1201553" y="929496"/>
                  <a:pt x="1199848" y="921117"/>
                  <a:pt x="1199848" y="912736"/>
                </a:cubicBezTo>
                <a:cubicBezTo>
                  <a:pt x="1196511" y="880852"/>
                  <a:pt x="1194877" y="850742"/>
                  <a:pt x="1176414" y="802169"/>
                </a:cubicBezTo>
                <a:cubicBezTo>
                  <a:pt x="1159655" y="758637"/>
                  <a:pt x="1142895" y="720077"/>
                  <a:pt x="1122799" y="684925"/>
                </a:cubicBezTo>
                <a:cubicBezTo>
                  <a:pt x="1089279" y="624635"/>
                  <a:pt x="1044044" y="569386"/>
                  <a:pt x="990429" y="522445"/>
                </a:cubicBezTo>
                <a:lnTo>
                  <a:pt x="893282" y="438721"/>
                </a:lnTo>
                <a:cubicBezTo>
                  <a:pt x="834696" y="388444"/>
                  <a:pt x="764323" y="349954"/>
                  <a:pt x="673851" y="319773"/>
                </a:cubicBezTo>
                <a:cubicBezTo>
                  <a:pt x="661282" y="315583"/>
                  <a:pt x="648731" y="314323"/>
                  <a:pt x="636596" y="315787"/>
                </a:cubicBezTo>
                <a:close/>
                <a:moveTo>
                  <a:pt x="1033260" y="205663"/>
                </a:moveTo>
                <a:cubicBezTo>
                  <a:pt x="998915" y="202104"/>
                  <a:pt x="966249" y="206720"/>
                  <a:pt x="935251" y="219289"/>
                </a:cubicBezTo>
                <a:lnTo>
                  <a:pt x="903438" y="231006"/>
                </a:lnTo>
                <a:lnTo>
                  <a:pt x="931915" y="249470"/>
                </a:lnTo>
                <a:cubicBezTo>
                  <a:pt x="1127912" y="368418"/>
                  <a:pt x="1270294" y="532601"/>
                  <a:pt x="1354089" y="736979"/>
                </a:cubicBezTo>
                <a:lnTo>
                  <a:pt x="1374186" y="785551"/>
                </a:lnTo>
                <a:lnTo>
                  <a:pt x="1385904" y="733641"/>
                </a:lnTo>
                <a:lnTo>
                  <a:pt x="1385904" y="733569"/>
                </a:lnTo>
                <a:cubicBezTo>
                  <a:pt x="1427802" y="535939"/>
                  <a:pt x="1330656" y="338307"/>
                  <a:pt x="1141334" y="241090"/>
                </a:cubicBezTo>
                <a:cubicBezTo>
                  <a:pt x="1103625" y="220958"/>
                  <a:pt x="1067603" y="209223"/>
                  <a:pt x="1033260" y="205663"/>
                </a:cubicBezTo>
                <a:close/>
                <a:moveTo>
                  <a:pt x="990501" y="0"/>
                </a:moveTo>
                <a:cubicBezTo>
                  <a:pt x="1065846" y="6674"/>
                  <a:pt x="1137924" y="15053"/>
                  <a:pt x="1206594" y="48572"/>
                </a:cubicBezTo>
                <a:lnTo>
                  <a:pt x="1206594" y="48643"/>
                </a:lnTo>
                <a:cubicBezTo>
                  <a:pt x="1434478" y="155874"/>
                  <a:pt x="1585239" y="382052"/>
                  <a:pt x="1600294" y="633298"/>
                </a:cubicBezTo>
                <a:cubicBezTo>
                  <a:pt x="1576788" y="849393"/>
                  <a:pt x="1494697" y="1043686"/>
                  <a:pt x="1354019" y="1214544"/>
                </a:cubicBezTo>
                <a:cubicBezTo>
                  <a:pt x="1248493" y="1428934"/>
                  <a:pt x="1014005" y="1635016"/>
                  <a:pt x="747634" y="1576358"/>
                </a:cubicBezTo>
                <a:cubicBezTo>
                  <a:pt x="640404" y="1552924"/>
                  <a:pt x="566691" y="1480846"/>
                  <a:pt x="506401" y="1423892"/>
                </a:cubicBezTo>
                <a:cubicBezTo>
                  <a:pt x="481262" y="1400457"/>
                  <a:pt x="459461" y="1380361"/>
                  <a:pt x="439364" y="1366939"/>
                </a:cubicBezTo>
                <a:cubicBezTo>
                  <a:pt x="273548" y="1258076"/>
                  <a:pt x="152966" y="1129044"/>
                  <a:pt x="69171" y="974945"/>
                </a:cubicBezTo>
                <a:cubicBezTo>
                  <a:pt x="5471" y="857630"/>
                  <a:pt x="-14625" y="730374"/>
                  <a:pt x="10514" y="598004"/>
                </a:cubicBezTo>
                <a:cubicBezTo>
                  <a:pt x="28906" y="497520"/>
                  <a:pt x="55749" y="427145"/>
                  <a:pt x="99280" y="366856"/>
                </a:cubicBezTo>
                <a:cubicBezTo>
                  <a:pt x="209849" y="216093"/>
                  <a:pt x="384116" y="118946"/>
                  <a:pt x="578409" y="102188"/>
                </a:cubicBezTo>
                <a:lnTo>
                  <a:pt x="583450" y="102188"/>
                </a:lnTo>
                <a:lnTo>
                  <a:pt x="588493" y="98850"/>
                </a:lnTo>
                <a:cubicBezTo>
                  <a:pt x="683935" y="11717"/>
                  <a:pt x="831358" y="6746"/>
                  <a:pt x="962024" y="1703"/>
                </a:cubicBezTo>
                <a:close/>
              </a:path>
            </a:pathLst>
          </a:custGeom>
          <a:solidFill>
            <a:schemeClr val="accent1"/>
          </a:solidFill>
          <a:ln w="595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pPr rtl="0"/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9C1D39F-85D9-97C2-9079-909C66263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595" y="1647497"/>
            <a:ext cx="9932980" cy="5013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49">
            <a:extLst>
              <a:ext uri="{FF2B5EF4-FFF2-40B4-BE49-F238E27FC236}">
                <a16:creationId xmlns:a16="http://schemas.microsoft.com/office/drawing/2014/main" id="{1E8C7BD0-D618-C923-4038-8ED620CFBBF6}"/>
              </a:ext>
            </a:extLst>
          </p:cNvPr>
          <p:cNvSpPr txBox="1">
            <a:spLocks/>
          </p:cNvSpPr>
          <p:nvPr userDrawn="1"/>
        </p:nvSpPr>
        <p:spPr>
          <a:xfrm>
            <a:off x="5285812" y="7186684"/>
            <a:ext cx="3960000" cy="2635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Cadiz" pitchFamily="2" charset="0"/>
              <a:buNone/>
              <a:defRPr lang="de-DE" sz="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Cadiz" pitchFamily="2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Cadiz" pitchFamily="2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Cadiz" pitchFamily="2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Cadiz" pitchFamily="2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diz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diz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diz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diz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dirty="0"/>
              <a:t>Vorstellung Metzler Corporate Finance und unser </a:t>
            </a:r>
            <a:br>
              <a:rPr lang="de-DE" sz="800" dirty="0"/>
            </a:br>
            <a:r>
              <a:rPr lang="de-DE" sz="800" dirty="0"/>
              <a:t>Blick auf die Herausforderungen der DVV</a:t>
            </a:r>
          </a:p>
        </p:txBody>
      </p:sp>
    </p:spTree>
    <p:extLst>
      <p:ext uri="{BB962C8B-B14F-4D97-AF65-F5344CB8AC3E}">
        <p14:creationId xmlns:p14="http://schemas.microsoft.com/office/powerpoint/2010/main" val="98815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49" r:id="rId2"/>
    <p:sldLayoutId id="2147483750" r:id="rId3"/>
    <p:sldLayoutId id="2147483683" r:id="rId4"/>
    <p:sldLayoutId id="2147483751" r:id="rId5"/>
    <p:sldLayoutId id="2147483689" r:id="rId6"/>
    <p:sldLayoutId id="2147483752" r:id="rId7"/>
    <p:sldLayoutId id="2147483695" r:id="rId8"/>
    <p:sldLayoutId id="2147483679" r:id="rId9"/>
    <p:sldLayoutId id="2147483678" r:id="rId10"/>
    <p:sldLayoutId id="2147483688" r:id="rId11"/>
    <p:sldLayoutId id="2147483753" r:id="rId12"/>
    <p:sldLayoutId id="2147483690" r:id="rId13"/>
    <p:sldLayoutId id="2147483691" r:id="rId14"/>
    <p:sldLayoutId id="2147483746" r:id="rId15"/>
    <p:sldLayoutId id="2147483687" r:id="rId16"/>
    <p:sldLayoutId id="2147483696" r:id="rId17"/>
    <p:sldLayoutId id="2147483685" r:id="rId18"/>
    <p:sldLayoutId id="2147483686" r:id="rId19"/>
    <p:sldLayoutId id="2147483693" r:id="rId20"/>
    <p:sldLayoutId id="2147483694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Wingdings 2" panose="05020102010507070707" pitchFamily="18" charset="2"/>
        <a:buChar char="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Wingdings 2" panose="05020102010507070707" pitchFamily="18" charset="2"/>
        <a:buChar char="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Wingdings 2" panose="05020102010507070707" pitchFamily="18" charset="2"/>
        <a:buChar char="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Wingdings 2" panose="05020102010507070707" pitchFamily="18" charset="2"/>
        <a:buChar char="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100000"/>
        <a:buFont typeface="Wingdings 2" panose="05020102010507070707" pitchFamily="18" charset="2"/>
        <a:buChar char="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adiz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adiz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adiz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adiz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44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pos="238" userDrawn="1">
          <p15:clr>
            <a:srgbClr val="A4A3A4"/>
          </p15:clr>
        </p15:guide>
        <p15:guide id="4" pos="6498" userDrawn="1">
          <p15:clr>
            <a:srgbClr val="A4A3A4"/>
          </p15:clr>
        </p15:guide>
        <p15:guide id="5" orient="horz" pos="4559" userDrawn="1">
          <p15:clr>
            <a:srgbClr val="A4A3A4"/>
          </p15:clr>
        </p15:guide>
        <p15:guide id="6" orient="horz" pos="4300" userDrawn="1">
          <p15:clr>
            <a:srgbClr val="A4A3A4"/>
          </p15:clr>
        </p15:guide>
        <p15:guide id="7" orient="horz" pos="749" userDrawn="1">
          <p15:clr>
            <a:srgbClr val="A4A3A4"/>
          </p15:clr>
        </p15:guide>
        <p15:guide id="8" orient="horz" pos="340" userDrawn="1">
          <p15:clr>
            <a:srgbClr val="A4A3A4"/>
          </p15:clr>
        </p15:guide>
        <p15:guide id="9" orient="horz" pos="1033" userDrawn="1">
          <p15:clr>
            <a:srgbClr val="A4A3A4"/>
          </p15:clr>
        </p15:guide>
        <p15:guide id="10" orient="horz" pos="4196" userDrawn="1">
          <p15:clr>
            <a:srgbClr val="A4A3A4"/>
          </p15:clr>
        </p15:guide>
        <p15:guide id="11" orient="horz" pos="934" userDrawn="1">
          <p15:clr>
            <a:srgbClr val="A4A3A4"/>
          </p15:clr>
        </p15:guide>
        <p15:guide id="12" orient="horz" pos="803" userDrawn="1">
          <p15:clr>
            <a:srgbClr val="A4A3A4"/>
          </p15:clr>
        </p15:guide>
        <p15:guide id="13" orient="horz" pos="4604" userDrawn="1">
          <p15:clr>
            <a:srgbClr val="A4A3A4"/>
          </p15:clr>
        </p15:guide>
      </p15:sldGuideLst>
    </p:ext>
  </p:extLst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Überblick Handlungsoptionen für zukünftige Positionierung der ‹X›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Diskussion möglicher Handlungsoptionen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Quellen: Metzler-Recherche, Jahresabschlüsse ‹X› ‹J1›–‹J5›, Unternehmenswebsite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085219-F5FF-3691-1AB3-748680812420}"/>
              </a:ext>
            </a:extLst>
          </p:cNvPr>
          <p:cNvCxnSpPr>
            <a:cxnSpLocks/>
          </p:cNvCxnSpPr>
          <p:nvPr/>
        </p:nvCxnSpPr>
        <p:spPr>
          <a:xfrm>
            <a:off x="918208" y="5059801"/>
            <a:ext cx="885698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F75F35-7ABE-AB39-DA5A-1A21A211953E}"/>
              </a:ext>
            </a:extLst>
          </p:cNvPr>
          <p:cNvCxnSpPr>
            <a:cxnSpLocks/>
          </p:cNvCxnSpPr>
          <p:nvPr/>
        </p:nvCxnSpPr>
        <p:spPr>
          <a:xfrm>
            <a:off x="918208" y="3244550"/>
            <a:ext cx="8856984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iel 1">
            <a:extLst>
              <a:ext uri="{FF2B5EF4-FFF2-40B4-BE49-F238E27FC236}">
                <a16:creationId xmlns:a16="http://schemas.microsoft.com/office/drawing/2014/main" id="{D275F221-2953-ED09-B4CE-9B97F2966A69}"/>
              </a:ext>
            </a:extLst>
          </p:cNvPr>
          <p:cNvSpPr/>
          <p:nvPr/>
        </p:nvSpPr>
        <p:spPr>
          <a:xfrm>
            <a:off x="1530516" y="1849165"/>
            <a:ext cx="2304000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accent1"/>
                </a:solidFill>
              </a:rPr>
              <a:t>Erweiterung des Fremdfinanzierungsspielraums zur Umsetzung geplanter Investitionen</a:t>
            </a:r>
          </a:p>
        </p:txBody>
      </p:sp>
      <p:sp>
        <p:nvSpPr>
          <p:cNvPr id="1025" name="Ziel 2">
            <a:extLst>
              <a:ext uri="{FF2B5EF4-FFF2-40B4-BE49-F238E27FC236}">
                <a16:creationId xmlns:a16="http://schemas.microsoft.com/office/drawing/2014/main" id="{32F98FCE-5F7F-01CF-743C-249652A9656B}"/>
              </a:ext>
            </a:extLst>
          </p:cNvPr>
          <p:cNvSpPr/>
          <p:nvPr/>
        </p:nvSpPr>
        <p:spPr>
          <a:xfrm>
            <a:off x="6787100" y="1849165"/>
            <a:ext cx="2304000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accent2"/>
                </a:solidFill>
              </a:rPr>
              <a:t>Stärkung der Eigenkapitalbasis zur Sicherung langfristiger finanzieller Flexibilität</a:t>
            </a:r>
          </a:p>
        </p:txBody>
      </p:sp>
      <p:sp>
        <p:nvSpPr>
          <p:cNvPr id="46" name="Ziel 3">
            <a:extLst>
              <a:ext uri="{FF2B5EF4-FFF2-40B4-BE49-F238E27FC236}">
                <a16:creationId xmlns:a16="http://schemas.microsoft.com/office/drawing/2014/main" id="{F3DE0B75-F41E-8B6A-1F97-A4B72757A43B}"/>
              </a:ext>
            </a:extLst>
          </p:cNvPr>
          <p:cNvSpPr/>
          <p:nvPr/>
        </p:nvSpPr>
        <p:spPr>
          <a:xfrm>
            <a:off x="1530515" y="3664416"/>
            <a:ext cx="2304000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tx2"/>
                </a:solidFill>
              </a:rPr>
              <a:t>‹Fallspezifisches Ziel 1, aus Kapitel 2 abgeleitet›</a:t>
            </a:r>
          </a:p>
        </p:txBody>
      </p:sp>
      <p:sp>
        <p:nvSpPr>
          <p:cNvPr id="58" name="Ziel 4">
            <a:extLst>
              <a:ext uri="{FF2B5EF4-FFF2-40B4-BE49-F238E27FC236}">
                <a16:creationId xmlns:a16="http://schemas.microsoft.com/office/drawing/2014/main" id="{8D3AEDA6-1BDD-3D53-2AB6-C4570E3916F6}"/>
              </a:ext>
            </a:extLst>
          </p:cNvPr>
          <p:cNvSpPr/>
          <p:nvPr/>
        </p:nvSpPr>
        <p:spPr>
          <a:xfrm>
            <a:off x="6787100" y="3664417"/>
            <a:ext cx="2304000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accent3"/>
                </a:solidFill>
              </a:rPr>
              <a:t>‹Fallspezifisches Ziel 2, aus Kapitel 2 abgeleitet›</a:t>
            </a:r>
          </a:p>
        </p:txBody>
      </p:sp>
      <p:sp>
        <p:nvSpPr>
          <p:cNvPr id="47" name="Ziel 5">
            <a:extLst>
              <a:ext uri="{FF2B5EF4-FFF2-40B4-BE49-F238E27FC236}">
                <a16:creationId xmlns:a16="http://schemas.microsoft.com/office/drawing/2014/main" id="{CAAAF6F4-21BE-DD3E-B781-1F35F0C65876}"/>
              </a:ext>
            </a:extLst>
          </p:cNvPr>
          <p:cNvSpPr/>
          <p:nvPr/>
        </p:nvSpPr>
        <p:spPr>
          <a:xfrm>
            <a:off x="1530515" y="5479668"/>
            <a:ext cx="2304000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accent5"/>
                </a:solidFill>
              </a:rPr>
              <a:t>Ausbau der regionalen Marktposition durch gezielte Akquisitionen und Beteiligungen</a:t>
            </a:r>
          </a:p>
        </p:txBody>
      </p:sp>
      <p:sp>
        <p:nvSpPr>
          <p:cNvPr id="60" name="Ziel 6">
            <a:extLst>
              <a:ext uri="{FF2B5EF4-FFF2-40B4-BE49-F238E27FC236}">
                <a16:creationId xmlns:a16="http://schemas.microsoft.com/office/drawing/2014/main" id="{C139B4FB-EA40-BA10-24CD-AA3D1960B462}"/>
              </a:ext>
            </a:extLst>
          </p:cNvPr>
          <p:cNvSpPr/>
          <p:nvPr/>
        </p:nvSpPr>
        <p:spPr>
          <a:xfrm>
            <a:off x="6787100" y="5479668"/>
            <a:ext cx="2304016" cy="975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1200" b="1" dirty="0">
                <a:solidFill>
                  <a:schemeClr val="accent4"/>
                </a:solidFill>
              </a:rPr>
              <a:t>Erweiterung der ‹Wärme- und Energiedienstleistungs›plattformen um zusätzliche Kompetenzen und Kunden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93B96A4-889B-E920-A943-2CD80EFEC810}"/>
              </a:ext>
            </a:extLst>
          </p:cNvPr>
          <p:cNvSpPr/>
          <p:nvPr/>
        </p:nvSpPr>
        <p:spPr>
          <a:xfrm>
            <a:off x="4037609" y="2938224"/>
            <a:ext cx="2618182" cy="261818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2" name="Kasten Ziele">
            <a:extLst>
              <a:ext uri="{FF2B5EF4-FFF2-40B4-BE49-F238E27FC236}">
                <a16:creationId xmlns:a16="http://schemas.microsoft.com/office/drawing/2014/main" id="{F2640610-6A61-691A-E6E4-2A274F1C2665}"/>
              </a:ext>
            </a:extLst>
          </p:cNvPr>
          <p:cNvSpPr/>
          <p:nvPr/>
        </p:nvSpPr>
        <p:spPr>
          <a:xfrm>
            <a:off x="4313869" y="3490000"/>
            <a:ext cx="2065663" cy="8868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accent1"/>
                </a:solidFill>
              </a:rPr>
              <a:t>Mögliche strategische Ziele</a:t>
            </a:r>
          </a:p>
        </p:txBody>
      </p:sp>
      <p:sp>
        <p:nvSpPr>
          <p:cNvPr id="184" name="Fußzeilenplatzhalter 10">
            <a:extLst>
              <a:ext uri="{FF2B5EF4-FFF2-40B4-BE49-F238E27FC236}">
                <a16:creationId xmlns:a16="http://schemas.microsoft.com/office/drawing/2014/main" id="{F2A1F2B4-998A-1DC3-E3F5-BE80680C10A9}"/>
              </a:ext>
            </a:extLst>
          </p:cNvPr>
          <p:cNvSpPr txBox="1">
            <a:spLocks/>
          </p:cNvSpPr>
          <p:nvPr/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 Bedarf können private Investoren in unterschiedlichen Modellen und bei unterschiedlichen Assets beteiligt werden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3. Diskussion möglicher Handlungsoptionen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Quellen: Metzler-Recherche, Geschäftsbericht ‹X› ‹J5›, Unternehmenswebsite</a:t>
            </a:r>
          </a:p>
        </p:txBody>
      </p:sp>
      <p:sp>
        <p:nvSpPr>
          <p:cNvPr id="11" name="Kopf Beispielstruktur">
            <a:extLst>
              <a:ext uri="{FF2B5EF4-FFF2-40B4-BE49-F238E27FC236}">
                <a16:creationId xmlns:a16="http://schemas.microsoft.com/office/drawing/2014/main" id="{8CFA51DA-1024-4131-0FE6-8AC8F75FC25F}"/>
              </a:ext>
            </a:extLst>
          </p:cNvPr>
          <p:cNvSpPr/>
          <p:nvPr/>
        </p:nvSpPr>
        <p:spPr>
          <a:xfrm>
            <a:off x="378700" y="1620391"/>
            <a:ext cx="4896000" cy="25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noProof="0" dirty="0">
                <a:solidFill>
                  <a:schemeClr val="bg1"/>
                </a:solidFill>
              </a:rPr>
              <a:t>Beispielstruktur: Minderheitsbeteiligung an der ‹Netz GmbH›1)</a:t>
            </a:r>
            <a:r>
              <a:rPr lang="de-DE" sz="1000" b="1" noProof="0" dirty="0" err="1">
                <a:solidFill>
                  <a:schemeClr val="bg1"/>
                </a:solidFill>
              </a:rPr>
              <a:t/>
            </a:r>
            <a:r>
              <a:rPr lang="de-DE" sz="1000" b="1" noProof="0" dirty="0">
                <a:solidFill>
                  <a:schemeClr val="bg1"/>
                </a:solidFill>
              </a:rPr>
              <a:t/>
            </a:r>
            <a:r>
              <a:rPr lang="de-DE" sz="1000" b="1" baseline="30000" noProof="0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8A2B9-DE56-A48A-B8CD-1EFE0197B9C7}"/>
              </a:ext>
            </a:extLst>
          </p:cNvPr>
          <p:cNvSpPr/>
          <p:nvPr/>
        </p:nvSpPr>
        <p:spPr>
          <a:xfrm>
            <a:off x="378700" y="1872390"/>
            <a:ext cx="4896000" cy="2556313"/>
          </a:xfrm>
          <a:prstGeom prst="rect">
            <a:avLst/>
          </a:prstGeom>
          <a:solidFill>
            <a:srgbClr val="F3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endParaRPr lang="de-DE" sz="1000" noProof="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Aspekte">
            <a:extLst>
              <a:ext uri="{FF2B5EF4-FFF2-40B4-BE49-F238E27FC236}">
                <a16:creationId xmlns:a16="http://schemas.microsoft.com/office/drawing/2014/main" id="{0DCA9655-30ED-FB45-F18E-57C71FA78D37}"/>
              </a:ext>
            </a:extLst>
          </p:cNvPr>
          <p:cNvSpPr/>
          <p:nvPr/>
        </p:nvSpPr>
        <p:spPr>
          <a:xfrm>
            <a:off x="378699" y="4771825"/>
            <a:ext cx="4896000" cy="182220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Ausgewogene Governance mit definierten Reserved Matters, Dividendenpolitik und Exit-Mechanismen</a:t>
            </a:r>
            <a:r>
              <a:rPr lang="de-DE" sz="1000" noProof="0" dirty="0" err="1">
                <a:solidFill>
                  <a:schemeClr val="tx1"/>
                </a:solidFill>
              </a:rPr>
              <a:t/>
            </a:r>
            <a:r>
              <a:rPr lang="de-DE" sz="1000" noProof="0" dirty="0">
                <a:solidFill>
                  <a:schemeClr val="tx1"/>
                </a:solidFill>
              </a:rPr>
              <a:t/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Investorengerechte Schaffung einer Plattform / eines abgegrenzten Vehikels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Rendite- und Rückzahlungsmechanismen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Festlegung Budget und Investitionsplan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Gemeinsames Rollenverständnis</a:t>
            </a:r>
          </a:p>
        </p:txBody>
      </p:sp>
      <p:sp>
        <p:nvSpPr>
          <p:cNvPr id="9" name="Kopf Aspekte">
            <a:extLst>
              <a:ext uri="{FF2B5EF4-FFF2-40B4-BE49-F238E27FC236}">
                <a16:creationId xmlns:a16="http://schemas.microsoft.com/office/drawing/2014/main" id="{4AE57F37-4680-B59D-A5B8-F30CE2BE62A3}"/>
              </a:ext>
            </a:extLst>
          </p:cNvPr>
          <p:cNvSpPr/>
          <p:nvPr/>
        </p:nvSpPr>
        <p:spPr>
          <a:xfrm>
            <a:off x="378699" y="4500711"/>
            <a:ext cx="4896000" cy="252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noProof="0" dirty="0">
                <a:solidFill>
                  <a:schemeClr val="accent1"/>
                </a:solidFill>
              </a:rPr>
              <a:t>Wesentliche Aspekte bei der Gestaltung einer Partnerschaft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4DA385-0786-C92E-B1E3-E6FCD1D704E9}"/>
              </a:ext>
            </a:extLst>
          </p:cNvPr>
          <p:cNvSpPr/>
          <p:nvPr/>
        </p:nvSpPr>
        <p:spPr>
          <a:xfrm>
            <a:off x="378700" y="1872390"/>
            <a:ext cx="4896000" cy="289943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/>
          <a:lstStyle/>
          <a:p>
            <a:pPr algn="ctr"/>
            <a:endParaRPr lang="de-DE" noProof="0" dirty="0"/>
          </a:p>
        </p:txBody>
      </p:sp>
      <p:sp>
        <p:nvSpPr>
          <p:cNvPr id="30" name="Quote X">
            <a:extLst>
              <a:ext uri="{FF2B5EF4-FFF2-40B4-BE49-F238E27FC236}">
                <a16:creationId xmlns:a16="http://schemas.microsoft.com/office/drawing/2014/main" id="{E05DC453-7516-827F-A7C1-60676CC22907}"/>
              </a:ext>
            </a:extLst>
          </p:cNvPr>
          <p:cNvSpPr txBox="1"/>
          <p:nvPr/>
        </p:nvSpPr>
        <p:spPr>
          <a:xfrm>
            <a:off x="2036854" y="2279969"/>
            <a:ext cx="5677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noProof="0" dirty="0"/>
              <a:t>Mehrheit</a:t>
            </a:r>
          </a:p>
        </p:txBody>
      </p:sp>
      <p:sp>
        <p:nvSpPr>
          <p:cNvPr id="34" name="Quote Investor">
            <a:extLst>
              <a:ext uri="{FF2B5EF4-FFF2-40B4-BE49-F238E27FC236}">
                <a16:creationId xmlns:a16="http://schemas.microsoft.com/office/drawing/2014/main" id="{03ECCCC3-5A49-B562-511A-480981E3A832}"/>
              </a:ext>
            </a:extLst>
          </p:cNvPr>
          <p:cNvSpPr txBox="1"/>
          <p:nvPr/>
        </p:nvSpPr>
        <p:spPr>
          <a:xfrm>
            <a:off x="3197275" y="2279969"/>
            <a:ext cx="5677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noProof="0" dirty="0"/>
              <a:t>Minderheit</a:t>
            </a:r>
          </a:p>
        </p:txBody>
      </p:sp>
      <p:sp>
        <p:nvSpPr>
          <p:cNvPr id="31" name="Investor">
            <a:extLst>
              <a:ext uri="{FF2B5EF4-FFF2-40B4-BE49-F238E27FC236}">
                <a16:creationId xmlns:a16="http://schemas.microsoft.com/office/drawing/2014/main" id="{553060C9-CA87-782A-8828-349977E70B78}"/>
              </a:ext>
            </a:extLst>
          </p:cNvPr>
          <p:cNvSpPr/>
          <p:nvPr/>
        </p:nvSpPr>
        <p:spPr>
          <a:xfrm>
            <a:off x="4014408" y="2236411"/>
            <a:ext cx="964800" cy="24591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de-DE" sz="900" b="1" noProof="0" dirty="0">
                <a:solidFill>
                  <a:schemeClr val="bg1"/>
                </a:solidFill>
              </a:rPr>
              <a:t>Kapitalpartner</a:t>
            </a:r>
            <a:endParaRPr lang="de-DE" sz="800" b="1" noProof="0" dirty="0">
              <a:solidFill>
                <a:schemeClr val="bg1"/>
              </a:solidFill>
            </a:endParaRPr>
          </a:p>
        </p:txBody>
      </p:sp>
      <p:sp>
        <p:nvSpPr>
          <p:cNvPr id="43" name="Pfeiltext links">
            <a:extLst>
              <a:ext uri="{FF2B5EF4-FFF2-40B4-BE49-F238E27FC236}">
                <a16:creationId xmlns:a16="http://schemas.microsoft.com/office/drawing/2014/main" id="{7AA0E13C-E45B-6B23-C016-D84D3E64332A}"/>
              </a:ext>
            </a:extLst>
          </p:cNvPr>
          <p:cNvSpPr txBox="1"/>
          <p:nvPr/>
        </p:nvSpPr>
        <p:spPr>
          <a:xfrm>
            <a:off x="532450" y="3350905"/>
            <a:ext cx="1288060" cy="861774"/>
          </a:xfrm>
          <a:prstGeom prst="roundRect">
            <a:avLst>
              <a:gd name="adj" fmla="val 3404"/>
            </a:avLst>
          </a:prstGeom>
          <a:solidFill>
            <a:schemeClr val="bg1">
              <a:lumMod val="95000"/>
            </a:schemeClr>
          </a:solidFill>
          <a:ln>
            <a:solidFill>
              <a:srgbClr val="8FB1A4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900" i="1" noProof="0" dirty="0">
                <a:solidFill>
                  <a:schemeClr val="accent1"/>
                </a:solidFill>
              </a:rPr>
              <a:t>Kapitalerhöhung</a:t>
            </a:r>
          </a:p>
          <a:p>
            <a:pPr algn="ctr"/>
            <a:r>
              <a:rPr lang="de-DE" sz="900" i="1" noProof="0" dirty="0">
                <a:solidFill>
                  <a:schemeClr val="accent1"/>
                </a:solidFill>
              </a:rPr>
              <a:t>finanziert den</a:t>
            </a:r>
          </a:p>
          <a:p>
            <a:pPr algn="ctr"/>
            <a:r>
              <a:rPr lang="de-DE" sz="900" i="1" noProof="0" dirty="0">
                <a:solidFill>
                  <a:schemeClr val="accent1"/>
                </a:solidFill>
              </a:rPr>
              <a:t>‹Netzausbau›</a:t>
            </a:r>
          </a:p>
        </p:txBody>
      </p:sp>
      <p:sp>
        <p:nvSpPr>
          <p:cNvPr id="46" name="Pfeiltext rechts">
            <a:extLst>
              <a:ext uri="{FF2B5EF4-FFF2-40B4-BE49-F238E27FC236}">
                <a16:creationId xmlns:a16="http://schemas.microsoft.com/office/drawing/2014/main" id="{2943A25D-44DA-7195-BEFA-BFDC5BF63070}"/>
              </a:ext>
            </a:extLst>
          </p:cNvPr>
          <p:cNvSpPr txBox="1"/>
          <p:nvPr/>
        </p:nvSpPr>
        <p:spPr>
          <a:xfrm>
            <a:off x="3832891" y="3350905"/>
            <a:ext cx="1288060" cy="861774"/>
          </a:xfrm>
          <a:prstGeom prst="roundRect">
            <a:avLst>
              <a:gd name="adj" fmla="val 3404"/>
            </a:avLst>
          </a:prstGeom>
          <a:solidFill>
            <a:schemeClr val="bg1">
              <a:lumMod val="95000"/>
            </a:schemeClr>
          </a:solidFill>
          <a:ln>
            <a:solidFill>
              <a:srgbClr val="DFB36C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de-DE" sz="900" i="1" noProof="0" dirty="0">
                <a:solidFill>
                  <a:schemeClr val="accent1"/>
                </a:solidFill>
              </a:rPr>
              <a:t>Einbringung EK für</a:t>
            </a:r>
          </a:p>
          <a:p>
            <a:pPr algn="ctr"/>
            <a:r>
              <a:rPr lang="de-DE" sz="900" i="1" noProof="0" dirty="0">
                <a:solidFill>
                  <a:schemeClr val="accent1"/>
                </a:solidFill>
              </a:rPr>
              <a:t>Capex und Kaufpreis</a:t>
            </a:r>
          </a:p>
        </p:txBody>
      </p:sp>
      <p:sp>
        <p:nvSpPr>
          <p:cNvPr id="50" name="Assets">
            <a:extLst>
              <a:ext uri="{FF2B5EF4-FFF2-40B4-BE49-F238E27FC236}">
                <a16:creationId xmlns:a16="http://schemas.microsoft.com/office/drawing/2014/main" id="{A9972937-E344-F554-91DA-CD512AF466BD}"/>
              </a:ext>
            </a:extLst>
          </p:cNvPr>
          <p:cNvSpPr/>
          <p:nvPr/>
        </p:nvSpPr>
        <p:spPr>
          <a:xfrm>
            <a:off x="5418700" y="1872390"/>
            <a:ext cx="4896000" cy="2553255"/>
          </a:xfrm>
          <a:prstGeom prst="rect">
            <a:avLst/>
          </a:prstGeom>
          <a:solidFill>
            <a:srgbClr val="F3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6400" indent="-1764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de-DE" sz="1000" noProof="0" dirty="0">
                <a:solidFill>
                  <a:schemeClr val="tx1"/>
                </a:solidFill>
              </a:rPr>
              <a:t>‹Netz GmbH› (Minderheitsbeteiligung)</a:t>
            </a:r>
          </a:p>
          <a:p>
            <a:pPr marL="176400" indent="-1764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de-DE" sz="1000" noProof="0" dirty="0" err="1">
                <a:solidFill>
                  <a:schemeClr val="tx1"/>
                </a:solidFill>
              </a:rPr>
              <a:t>‹Telekommunikations GmbH› (Minderheit oder Wachstumspartnerschaft)</a:t>
            </a:r>
            <a:r>
              <a:rPr lang="de-DE" sz="1000" noProof="0" dirty="0">
                <a:solidFill>
                  <a:schemeClr val="tx1"/>
                </a:solidFill>
              </a:rPr>
              <a:t/>
            </a:r>
          </a:p>
          <a:p>
            <a:pPr marL="176400" indent="-1764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de-DE" sz="1000" noProof="0" dirty="0">
                <a:solidFill>
                  <a:schemeClr val="tx1"/>
                </a:solidFill>
              </a:rPr>
              <a:t>Wärme-Neubaugeschäft (Projektgesellschaft)</a:t>
            </a:r>
          </a:p>
          <a:p>
            <a:pPr marL="176400" indent="-1764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de-DE" sz="1000" noProof="0" dirty="0">
                <a:solidFill>
                  <a:schemeClr val="tx1"/>
                </a:solidFill>
              </a:rPr>
              <a:t>Fernwärmenetz</a:t>
            </a:r>
          </a:p>
        </p:txBody>
      </p:sp>
      <p:sp>
        <p:nvSpPr>
          <p:cNvPr id="51" name="Kopf Assets">
            <a:extLst>
              <a:ext uri="{FF2B5EF4-FFF2-40B4-BE49-F238E27FC236}">
                <a16:creationId xmlns:a16="http://schemas.microsoft.com/office/drawing/2014/main" id="{CEB84CEB-B607-3181-797D-0C2B9027F341}"/>
              </a:ext>
            </a:extLst>
          </p:cNvPr>
          <p:cNvSpPr/>
          <p:nvPr/>
        </p:nvSpPr>
        <p:spPr>
          <a:xfrm>
            <a:off x="5418700" y="1620391"/>
            <a:ext cx="4896000" cy="25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noProof="0" dirty="0">
                <a:solidFill>
                  <a:schemeClr val="bg1"/>
                </a:solidFill>
              </a:rPr>
              <a:t>(private) Beteiligung an Unternehmen / Assets</a:t>
            </a:r>
          </a:p>
        </p:txBody>
      </p:sp>
      <p:sp>
        <p:nvSpPr>
          <p:cNvPr id="15" name="Vorteile">
            <a:extLst>
              <a:ext uri="{FF2B5EF4-FFF2-40B4-BE49-F238E27FC236}">
                <a16:creationId xmlns:a16="http://schemas.microsoft.com/office/drawing/2014/main" id="{BB585F0C-BDC3-8FAA-989A-A698EEC9F155}"/>
              </a:ext>
            </a:extLst>
          </p:cNvPr>
          <p:cNvSpPr/>
          <p:nvPr/>
        </p:nvSpPr>
        <p:spPr>
          <a:xfrm>
            <a:off x="5418699" y="4771825"/>
            <a:ext cx="4896001" cy="182220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Teilung von Risiken und Investitionen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Zufluss eines Kaufpreises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Schnellere Umsetzung von Investitionen möglich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>
                <a:solidFill>
                  <a:schemeClr val="tx1"/>
                </a:solidFill>
              </a:rPr>
              <a:t>Zusätzlicher strategischer Input durch Partner</a:t>
            </a:r>
          </a:p>
          <a:p>
            <a:pPr marL="174625" indent="-174625">
              <a:spcAft>
                <a:spcPts val="600"/>
              </a:spcAft>
              <a:buClr>
                <a:srgbClr val="44501A"/>
              </a:buClr>
              <a:buFont typeface="Wingdings" pitchFamily="2" charset="2"/>
              <a:buChar char="n"/>
              <a:defRPr/>
            </a:pPr>
            <a:r>
              <a:rPr lang="de-DE" sz="1000" noProof="0" dirty="0" err="1">
                <a:solidFill>
                  <a:schemeClr val="tx1"/>
                </a:solidFill>
              </a:rPr>
              <a:t>Governance flexibel strukturierbar zum Erhalt des kommunalen Einflusses</a:t>
            </a:r>
            <a:r>
              <a:rPr lang="de-DE" sz="1000" noProof="0" dirty="0">
                <a:solidFill>
                  <a:schemeClr val="tx1"/>
                </a:solidFill>
              </a:rPr>
              <a:t/>
            </a:r>
            <a:r>
              <a:rPr lang="de-DE" sz="1000" noProof="0" dirty="0" err="1">
                <a:solidFill>
                  <a:schemeClr val="tx1"/>
                </a:solidFill>
              </a:rPr>
              <a:t/>
            </a:r>
            <a:r>
              <a:rPr lang="de-DE" sz="1000" noProof="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17" name="Kopf Vorteile">
            <a:extLst>
              <a:ext uri="{FF2B5EF4-FFF2-40B4-BE49-F238E27FC236}">
                <a16:creationId xmlns:a16="http://schemas.microsoft.com/office/drawing/2014/main" id="{A3DBB581-8E32-FBCD-A369-AAB80BBB077B}"/>
              </a:ext>
            </a:extLst>
          </p:cNvPr>
          <p:cNvSpPr/>
          <p:nvPr/>
        </p:nvSpPr>
        <p:spPr>
          <a:xfrm>
            <a:off x="5418699" y="4500711"/>
            <a:ext cx="4896000" cy="252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noProof="0" dirty="0">
                <a:solidFill>
                  <a:schemeClr val="accent1"/>
                </a:solidFill>
              </a:rPr>
              <a:t>Vorteile für die ‹X›</a:t>
            </a:r>
            <a:r>
              <a:rPr lang="de-DE" sz="1000" b="1" noProof="0" dirty="0" err="1">
                <a:solidFill>
                  <a:schemeClr val="accent1"/>
                </a:solidFill>
              </a:rPr>
              <a:t/>
            </a:r>
            <a:r>
              <a:rPr lang="de-DE" sz="1000" b="1" noProof="0" dirty="0">
                <a:solidFill>
                  <a:schemeClr val="accent1"/>
                </a:solidFill>
              </a:rPr>
              <a:t/>
            </a:r>
          </a:p>
        </p:txBody>
      </p:sp>
      <p:cxnSp>
        <p:nvCxnSpPr>
          <p:cNvPr id="25" name="Connector 23">
            <a:extLst>
              <a:ext uri="{FF2B5EF4-FFF2-40B4-BE49-F238E27FC236}">
                <a16:creationId xmlns:a16="http://schemas.microsoft.com/office/drawing/2014/main" id="{856F3066-A936-0675-AEA6-2F88182BC4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84587" y="2302627"/>
            <a:ext cx="292643" cy="652035"/>
          </a:xfrm>
          <a:prstGeom prst="bentConnector2">
            <a:avLst/>
          </a:prstGeom>
          <a:ln w="19050">
            <a:solidFill>
              <a:srgbClr val="8FB1A4"/>
            </a:solidFill>
          </a:ln>
        </p:spPr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A3DDEDE-F5BA-8DAE-A8D2-A6AFA547B580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3682766" y="2482324"/>
            <a:ext cx="814042" cy="292642"/>
          </a:xfrm>
          <a:prstGeom prst="bentConnector2">
            <a:avLst/>
          </a:prstGeom>
          <a:ln w="19050">
            <a:solidFill>
              <a:srgbClr val="DFB3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Vehikel">
            <a:extLst>
              <a:ext uri="{FF2B5EF4-FFF2-40B4-BE49-F238E27FC236}">
                <a16:creationId xmlns:a16="http://schemas.microsoft.com/office/drawing/2014/main" id="{93AFD509-FABD-3BAE-07A0-C74CA8F827F0}"/>
              </a:ext>
            </a:extLst>
          </p:cNvPr>
          <p:cNvSpPr/>
          <p:nvPr/>
        </p:nvSpPr>
        <p:spPr>
          <a:xfrm>
            <a:off x="1957070" y="2565400"/>
            <a:ext cx="1739900" cy="685800"/>
          </a:xfrm>
          <a:prstGeom prst="rect">
            <a:avLst/>
          </a:prstGeom>
          <a:solidFill>
            <a:srgbClr val="44501A"/>
          </a:solidFill>
          <a:ln w="9525">
            <a:solidFill>
              <a:srgbClr val="67A6F9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</a:pPr>
            <a:r>
              <a:rPr sz="900" b="1" i="0" dirty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‹Netz GmbH›</a:t>
            </a:r>
          </a:p>
          <a:p>
            <a:pPr algn="ctr">
              <a:lnSpc>
                <a:spcPts val="1040"/>
              </a:lnSpc>
              <a:spcBef>
                <a:spcPts val="0"/>
              </a:spcBef>
            </a:pPr>
            <a:r>
              <a:rPr sz="900" b="1" i="0" dirty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bestehende Gesellschaft,</a:t>
            </a:r>
          </a:p>
          <a:p>
            <a:pPr algn="ctr">
              <a:lnSpc>
                <a:spcPts val="1040"/>
              </a:lnSpc>
              <a:spcBef>
                <a:spcPts val="0"/>
              </a:spcBef>
            </a:pPr>
            <a:r>
              <a:rPr sz="800" b="1" i="1" dirty="0" err="1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kein Carve-out erforderlich</a:t>
            </a:r>
            <a:r>
              <a:rPr sz="800" b="1" i="1" dirty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/>
            </a:r>
          </a:p>
          <a:p>
            <a:pPr algn="ctr">
              <a:lnSpc>
                <a:spcPts val="1040"/>
              </a:lnSpc>
              <a:spcBef>
                <a:spcPts val="0"/>
              </a:spcBef>
            </a:pPr>
            <a:r>
              <a:rPr sz="800" b="1" i="1" dirty="0" err="1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/>
            </a:r>
            <a:r>
              <a:rPr sz="800" b="1" i="1" dirty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/>
            </a:r>
            <a:r>
              <a:rPr sz="800" b="1" i="1" dirty="0" err="1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/>
            </a:r>
            <a:endParaRPr sz="800" b="1" i="1" dirty="0">
              <a:solidFill>
                <a:srgbClr val="FFFFFF"/>
              </a:solidFill>
              <a:latin typeface="Univers for Metzler 2"/>
              <a:ea typeface="Univers for Metzler 2"/>
              <a:cs typeface="Univers for Metzler 2"/>
            </a:endParaRPr>
          </a:p>
        </p:txBody>
      </p:sp>
      <p:sp>
        <p:nvSpPr>
          <p:cNvPr id="48" name="Asset unten">
            <a:extLst>
              <a:ext uri="{FF2B5EF4-FFF2-40B4-BE49-F238E27FC236}">
                <a16:creationId xmlns:a16="http://schemas.microsoft.com/office/drawing/2014/main" id="{51B8C3D3-D5A0-C74F-354B-9C176ED24911}"/>
              </a:ext>
            </a:extLst>
          </p:cNvPr>
          <p:cNvSpPr/>
          <p:nvPr/>
        </p:nvSpPr>
        <p:spPr>
          <a:xfrm>
            <a:off x="1957070" y="3251200"/>
            <a:ext cx="1739900" cy="584200"/>
          </a:xfrm>
          <a:prstGeom prst="rect">
            <a:avLst/>
          </a:prstGeom>
          <a:solidFill>
            <a:srgbClr val="FFFFFF"/>
          </a:solidFill>
          <a:ln w="9525">
            <a:solidFill>
              <a:srgbClr val="67A6F9"/>
            </a:solidFill>
          </a:ln>
          <a:effectLst/>
        </p:spPr>
        <p:txBody>
          <a:bodyPr wrap="none" lIns="584200" tIns="25400" rIns="38100" bIns="25400" rtlCol="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sz="850" b="0" i="0" dirty="0" err="1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‹Stromnetz Stadt›</a:t>
            </a:r>
            <a:r>
              <a:rPr sz="850" b="0" i="0" dirty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/>
            </a:r>
          </a:p>
        </p:txBody>
      </p:sp>
      <p:sp>
        <p:nvSpPr>
          <p:cNvPr id="184" name="Fußzeilenplatzhalter 10">
            <a:extLst>
              <a:ext uri="{FF2B5EF4-FFF2-40B4-BE49-F238E27FC236}">
                <a16:creationId xmlns:a16="http://schemas.microsoft.com/office/drawing/2014/main" id="{F2A1F2B4-998A-1DC3-E3F5-BE80680C10A9}"/>
              </a:ext>
            </a:extLst>
          </p:cNvPr>
          <p:cNvSpPr txBox="1">
            <a:spLocks/>
          </p:cNvSpPr>
          <p:nvPr/>
        </p:nvSpPr>
        <p:spPr>
          <a:xfrm>
            <a:off x="382594" y="6660000"/>
            <a:ext cx="9936000" cy="1587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1) Beteiligungshöhen illustrativ; Mitspracherechte des Investors über die Gesellschaftervereinbarung; Struktur übertragbar auf die weiteren Assets</a:t>
            </a:r>
          </a:p>
        </p:txBody>
      </p:sp>
      <p:sp>
        <p:nvSpPr>
          <p:cNvPr id="87" name="Kernsatz Pfeil">
            <a:extLst>
              <a:ext uri="{FF2B5EF4-FFF2-40B4-BE49-F238E27FC236}">
                <a16:creationId xmlns:a16="http://schemas.microsoft.com/office/drawing/2014/main" id="{2612BB8D-2AA8-0686-11B0-A80CCC972BD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96000" y="6228000"/>
            <a:ext cx="288000" cy="216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88" name="Kernsatz">
            <a:extLst>
              <a:ext uri="{FF2B5EF4-FFF2-40B4-BE49-F238E27FC236}">
                <a16:creationId xmlns:a16="http://schemas.microsoft.com/office/drawing/2014/main" id="{1EE76443-D855-A980-88D9-15ECBD89C84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20000" y="6120000"/>
            <a:ext cx="95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000" b="1" noProof="0" dirty="0">
                <a:solidFill>
                  <a:schemeClr val="accent1"/>
                </a:solidFill>
                <a:latin typeface="Cadiz (Body)"/>
              </a:rPr>
              <a:t>Beteiligungen unterhalb der AG-Ebene erschließen Kapital für ‹Netzausbau und Wärmewende›, Aktionärsstruktur und kommunale Steuerung der ‹X› bleiben unverändert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tzler">
  <a:themeElements>
    <a:clrScheme name="Metzler_2026">
      <a:dk1>
        <a:sysClr val="windowText" lastClr="000000"/>
      </a:dk1>
      <a:lt1>
        <a:sysClr val="window" lastClr="FFFFFF"/>
      </a:lt1>
      <a:dk2>
        <a:srgbClr val="BEDFB6"/>
      </a:dk2>
      <a:lt2>
        <a:srgbClr val="D1E0D7"/>
      </a:lt2>
      <a:accent1>
        <a:srgbClr val="44501A"/>
      </a:accent1>
      <a:accent2>
        <a:srgbClr val="8FB1A4"/>
      </a:accent2>
      <a:accent3>
        <a:srgbClr val="A6ABCF"/>
      </a:accent3>
      <a:accent4>
        <a:srgbClr val="B2B1A7"/>
      </a:accent4>
      <a:accent5>
        <a:srgbClr val="DFB36C"/>
      </a:accent5>
      <a:accent6>
        <a:srgbClr val="B0BE94"/>
      </a:accent6>
      <a:hlink>
        <a:srgbClr val="D1E0D7"/>
      </a:hlink>
      <a:folHlink>
        <a:srgbClr val="BEDFB6"/>
      </a:folHlink>
    </a:clrScheme>
    <a:fontScheme name="Metzler">
      <a:majorFont>
        <a:latin typeface="Ninna Book"/>
        <a:ea typeface=""/>
        <a:cs typeface=""/>
      </a:majorFont>
      <a:minorFont>
        <a:latin typeface="Cadiz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36000" tIns="36000" rIns="36000" bIns="36000" rtlCol="0" anchor="ctr">
        <a:spAutoFit/>
      </a:bodyPr>
      <a:lstStyle>
        <a:defPPr algn="ctr">
          <a:defRPr sz="14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200" dirty="0" err="1" smtClean="0"/>
        </a:defPPr>
      </a:lstStyle>
    </a:txDef>
  </a:objectDefaults>
  <a:extraClrSchemeLst/>
  <a:custClrLst>
    <a:custClr name="#55839D">
      <a:srgbClr val="55839D"/>
    </a:custClr>
    <a:custClr name="#7365A7">
      <a:srgbClr val="7365A7"/>
    </a:custClr>
    <a:custClr name="#C1A5B3">
      <a:srgbClr val="C1A5B3"/>
    </a:custClr>
    <a:custClr name="#AC825B">
      <a:srgbClr val="AC825B"/>
    </a:custClr>
    <a:custClr name="#EB5D40">
      <a:srgbClr val="EB5D40"/>
    </a:custClr>
    <a:custClr name="#6AA9DD">
      <a:srgbClr val="6AA9DD"/>
    </a:custClr>
    <a:custClr name="#A22986">
      <a:srgbClr val="A22986"/>
    </a:custClr>
    <a:custClr name="#F69F14">
      <a:srgbClr val="F69F14"/>
    </a:custClr>
    <a:custClr name="#413387">
      <a:srgbClr val="413387"/>
    </a:custClr>
    <a:custClr name="#EDC500">
      <a:srgbClr val="EDC500"/>
    </a:custClr>
    <a:custClr name="#8EA744">
      <a:srgbClr val="8EA744"/>
    </a:custClr>
    <a:custClr name="#BB5A67">
      <a:srgbClr val="BB5A67"/>
    </a:custClr>
    <a:custClr name="#D77B52">
      <a:srgbClr val="D77B52"/>
    </a:custClr>
    <a:custClr name="#85CEE4">
      <a:srgbClr val="85CEE4"/>
    </a:custClr>
  </a:custClrLst>
  <a:extLst>
    <a:ext uri="{05A4C25C-085E-4340-85A3-A5531E510DB2}">
      <thm15:themeFamily xmlns:thm15="http://schemas.microsoft.com/office/thememl/2012/main" name="Metzler_Standard.potx" id="{2F16BAEF-2C8A-44A1-B182-164DD3BF8D99}" vid="{71DB5C0F-59D0-4FEF-86C0-74A8ED3DCB88}"/>
    </a:ext>
  </a:extLst>
</a:theme>
</file>

<file path=ppt/theme/theme2.xml><?xml version="1.0" encoding="utf-8"?>
<a:theme xmlns:a="http://schemas.openxmlformats.org/drawingml/2006/main" name="Office">
  <a:themeElements>
    <a:clrScheme name="Metzler">
      <a:dk1>
        <a:sysClr val="windowText" lastClr="000000"/>
      </a:dk1>
      <a:lt1>
        <a:sysClr val="window" lastClr="FFFFFF"/>
      </a:lt1>
      <a:dk2>
        <a:srgbClr val="7F7F7F"/>
      </a:dk2>
      <a:lt2>
        <a:srgbClr val="F2F0F2"/>
      </a:lt2>
      <a:accent1>
        <a:srgbClr val="44501A"/>
      </a:accent1>
      <a:accent2>
        <a:srgbClr val="BEDFB6"/>
      </a:accent2>
      <a:accent3>
        <a:srgbClr val="D1E0D7"/>
      </a:accent3>
      <a:accent4>
        <a:srgbClr val="E5E1E6"/>
      </a:accent4>
      <a:accent5>
        <a:srgbClr val="DFF2FD"/>
      </a:accent5>
      <a:accent6>
        <a:srgbClr val="B0BE94"/>
      </a:accent6>
      <a:hlink>
        <a:srgbClr val="44501A"/>
      </a:hlink>
      <a:folHlink>
        <a:srgbClr val="8FB1A4"/>
      </a:folHlink>
    </a:clrScheme>
    <a:fontScheme name="Metzler">
      <a:majorFont>
        <a:latin typeface="Ninna Book"/>
        <a:ea typeface=""/>
        <a:cs typeface=""/>
      </a:majorFont>
      <a:minorFont>
        <a:latin typeface="Cadiz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etzler">
      <a:dk1>
        <a:sysClr val="windowText" lastClr="000000"/>
      </a:dk1>
      <a:lt1>
        <a:sysClr val="window" lastClr="FFFFFF"/>
      </a:lt1>
      <a:dk2>
        <a:srgbClr val="7F7F7F"/>
      </a:dk2>
      <a:lt2>
        <a:srgbClr val="F2F0F2"/>
      </a:lt2>
      <a:accent1>
        <a:srgbClr val="44501A"/>
      </a:accent1>
      <a:accent2>
        <a:srgbClr val="BEDFB6"/>
      </a:accent2>
      <a:accent3>
        <a:srgbClr val="D1E0D7"/>
      </a:accent3>
      <a:accent4>
        <a:srgbClr val="E5E1E6"/>
      </a:accent4>
      <a:accent5>
        <a:srgbClr val="DFF2FD"/>
      </a:accent5>
      <a:accent6>
        <a:srgbClr val="B0BE94"/>
      </a:accent6>
      <a:hlink>
        <a:srgbClr val="44501A"/>
      </a:hlink>
      <a:folHlink>
        <a:srgbClr val="8FB1A4"/>
      </a:folHlink>
    </a:clrScheme>
    <a:fontScheme name="Metzler">
      <a:majorFont>
        <a:latin typeface="Ninna Book"/>
        <a:ea typeface=""/>
        <a:cs typeface=""/>
      </a:majorFont>
      <a:minorFont>
        <a:latin typeface="Cadiz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486250-C3D3-47BA-85B4-308A27BDBAA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2167540-ca8c-4229-99d7-d0543661f7b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2965</Words>
  <Application>Microsoft Office PowerPoint</Application>
  <PresentationFormat>Custom</PresentationFormat>
  <Paragraphs>527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Wingdings 3</vt:lpstr>
      <vt:lpstr>Wingdings</vt:lpstr>
      <vt:lpstr>Wingdings 2</vt:lpstr>
      <vt:lpstr>Univers for Metzler</vt:lpstr>
      <vt:lpstr>Times New Roman</vt:lpstr>
      <vt:lpstr>Cadiz (Body)</vt:lpstr>
      <vt:lpstr>Cadiz</vt:lpstr>
      <vt:lpstr>Arial</vt:lpstr>
      <vt:lpstr>Univers for Metzler Light</vt:lpstr>
      <vt:lpstr>Metzler</vt:lpstr>
      <vt:lpstr>think-cell Slide</vt:lpstr>
      <vt:lpstr>Vorstellung Metzler Corporate Finance und unser Blick auf die Herausforderungen der DVV</vt:lpstr>
      <vt:lpstr>Agenda</vt:lpstr>
      <vt:lpstr>Metzler Corporate Finance – Vorstellung und Referenzen</vt:lpstr>
      <vt:lpstr>Ihre Ansprechpartner</vt:lpstr>
      <vt:lpstr>Bankhaus Metzler – Innovative Privatbank, erfolgreich seit 1674</vt:lpstr>
      <vt:lpstr>Metzler konzentriert sich auf seine Stärken in vier Geschäftsfeldern</vt:lpstr>
      <vt:lpstr>Energy &amp; Infrastructure ist einer von drei Fokussektoren bei Metzler</vt:lpstr>
      <vt:lpstr>Tiefes Branchenwissen in Energie und Infrastruktur belegt durch unseren erfolgreichen Track Record </vt:lpstr>
      <vt:lpstr>Case Study: Beratung der EWE beim vorgelagerten Carve-Out und dem anschließenden Verkauf der WCG an Pioneer Point Partners</vt:lpstr>
      <vt:lpstr>Case Study: Verkauf eines 381 MW Onshore Windparkportfolios der WIND-projekt an Blue Elephant Energy</vt:lpstr>
      <vt:lpstr>DVV – Übersicht und Herausforderungen</vt:lpstr>
      <vt:lpstr>Die DVV verbindet eine starke Versorgungs- und Infrastrukturposition mit einem Transformationsprogramm von rund 2,5 - 3,5 Mrd. EUR bis 2035</vt:lpstr>
      <vt:lpstr>Die DVV bündelt Versorgung, Mobilität und Services in einer kommunalen Konzernstruktur mit etablierten Minderheitspartnern</vt:lpstr>
      <vt:lpstr>Die DVV-Gruppe erwirtschaftet 95 % ihrer Umsätze im Versorgungsgeschäft und verfügt über eine umfassende Energie- und Netzinfrastruktur</vt:lpstr>
      <vt:lpstr>Stabile Ertragsbasis nach den Sondereffekten der Vorjahre, jedoch übersteigt der Investitionsbedarf die operative Cash-Generierung</vt:lpstr>
      <vt:lpstr>Die DVV ist finanziell solide aufgestellt, aber Investitionsbedarf von ca. 2,5 - 3,5 Mrd. EUR bis 2035 mit Schwerpunkten auf Netzen, Wärme und Mobilität</vt:lpstr>
      <vt:lpstr>Diskussionspunkte zur Umsetzung der geplanten Maßnahmen in Netz, Wärme und Mobilität</vt:lpstr>
      <vt:lpstr>Metzler verbindet tiefes Branchen-Know-how, exzellenten Investorenzugang und unabhängige Transaktionsexpertise</vt:lpstr>
      <vt:lpstr>Disclaimer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Gernot Brenzel</dc:creator>
  <cp:lastModifiedBy>Nico Alexander Deuerling</cp:lastModifiedBy>
  <cp:revision>28</cp:revision>
  <cp:lastPrinted>2026-09-07T16:38:04Z</cp:lastPrinted>
  <dcterms:created xsi:type="dcterms:W3CDTF">2026-08-31T21:14:21Z</dcterms:created>
  <dcterms:modified xsi:type="dcterms:W3CDTF">2026-09-07T16:38:32Z</dcterms:modified>
</cp:coreProperties>
</file>